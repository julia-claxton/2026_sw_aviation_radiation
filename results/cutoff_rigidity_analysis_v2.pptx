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7" r:id="rId3"/>
    <p:sldId id="258" r:id="rId4"/>
    <p:sldId id="261" r:id="rId5"/>
    <p:sldId id="259" r:id="rId6"/>
    <p:sldId id="262" r:id="rId7"/>
    <p:sldId id="264" r:id="rId8"/>
    <p:sldId id="263"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EB6FF7-D0BB-474A-9159-AEAA3A1E0586}" v="1495" dt="2023-11-03T16:06:42.670"/>
    <p1510:client id="{4ABC2F48-62C8-25C3-C450-30E16B814AB4}" v="3948" dt="2023-12-06T00:35:50.594"/>
    <p1510:client id="{9EC142BC-44AC-4090-B2DF-B63516A0AF01}" v="4" dt="2023-12-08T20:36:51.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Marshall" userId="S::roma8490@colorado.edu::8ed40811-4ca4-442c-9ef1-744d0610fef9" providerId="AD" clId="Web-{9EC142BC-44AC-4090-B2DF-B63516A0AF01}"/>
    <pc:docChg chg="modSld">
      <pc:chgData name="Robert Marshall" userId="S::roma8490@colorado.edu::8ed40811-4ca4-442c-9ef1-744d0610fef9" providerId="AD" clId="Web-{9EC142BC-44AC-4090-B2DF-B63516A0AF01}" dt="2023-12-08T20:36:51.234" v="1" actId="20577"/>
      <pc:docMkLst>
        <pc:docMk/>
      </pc:docMkLst>
      <pc:sldChg chg="modSp">
        <pc:chgData name="Robert Marshall" userId="S::roma8490@colorado.edu::8ed40811-4ca4-442c-9ef1-744d0610fef9" providerId="AD" clId="Web-{9EC142BC-44AC-4090-B2DF-B63516A0AF01}" dt="2023-12-08T20:36:51.234" v="1" actId="20577"/>
        <pc:sldMkLst>
          <pc:docMk/>
          <pc:sldMk cId="3265413082" sldId="257"/>
        </pc:sldMkLst>
        <pc:spChg chg="mod">
          <ac:chgData name="Robert Marshall" userId="S::roma8490@colorado.edu::8ed40811-4ca4-442c-9ef1-744d0610fef9" providerId="AD" clId="Web-{9EC142BC-44AC-4090-B2DF-B63516A0AF01}" dt="2023-12-08T20:36:51.234" v="1" actId="20577"/>
          <ac:spMkLst>
            <pc:docMk/>
            <pc:sldMk cId="3265413082" sldId="257"/>
            <ac:spMk id="3" creationId="{D9D4E2E8-A99C-E5DF-E4BE-DF93AEF3EB28}"/>
          </ac:spMkLst>
        </pc:spChg>
      </pc:sldChg>
    </pc:docChg>
  </pc:docChgLst>
  <pc:docChgLst>
    <pc:chgData name="Grant Berland" userId="S::grbe8029@colorado.edu::b2a944cd-2dbd-4786-9b43-908a49ced87b" providerId="AD" clId="Web-{03EB6FF7-D0BB-474A-9159-AEAA3A1E0586}"/>
    <pc:docChg chg="addSld delSld modSld sldOrd">
      <pc:chgData name="Grant Berland" userId="S::grbe8029@colorado.edu::b2a944cd-2dbd-4786-9b43-908a49ced87b" providerId="AD" clId="Web-{03EB6FF7-D0BB-474A-9159-AEAA3A1E0586}" dt="2023-11-03T16:06:42.436" v="1058" actId="20577"/>
      <pc:docMkLst>
        <pc:docMk/>
      </pc:docMkLst>
      <pc:sldChg chg="del">
        <pc:chgData name="Grant Berland" userId="S::grbe8029@colorado.edu::b2a944cd-2dbd-4786-9b43-908a49ced87b" providerId="AD" clId="Web-{03EB6FF7-D0BB-474A-9159-AEAA3A1E0586}" dt="2023-11-02T22:50:04.981" v="280"/>
        <pc:sldMkLst>
          <pc:docMk/>
          <pc:sldMk cId="109857222" sldId="256"/>
        </pc:sldMkLst>
      </pc:sldChg>
      <pc:sldChg chg="addSp delSp modSp">
        <pc:chgData name="Grant Berland" userId="S::grbe8029@colorado.edu::b2a944cd-2dbd-4786-9b43-908a49ced87b" providerId="AD" clId="Web-{03EB6FF7-D0BB-474A-9159-AEAA3A1E0586}" dt="2023-11-03T16:06:42.436" v="1058" actId="20577"/>
        <pc:sldMkLst>
          <pc:docMk/>
          <pc:sldMk cId="3265413082" sldId="257"/>
        </pc:sldMkLst>
        <pc:spChg chg="mod">
          <ac:chgData name="Grant Berland" userId="S::grbe8029@colorado.edu::b2a944cd-2dbd-4786-9b43-908a49ced87b" providerId="AD" clId="Web-{03EB6FF7-D0BB-474A-9159-AEAA3A1E0586}" dt="2023-11-02T19:55:15.652" v="11" actId="20577"/>
          <ac:spMkLst>
            <pc:docMk/>
            <pc:sldMk cId="3265413082" sldId="257"/>
            <ac:spMk id="2" creationId="{1DD2715C-41EF-DD80-8605-D7F4160BB114}"/>
          </ac:spMkLst>
        </pc:spChg>
        <pc:spChg chg="del">
          <ac:chgData name="Grant Berland" userId="S::grbe8029@colorado.edu::b2a944cd-2dbd-4786-9b43-908a49ced87b" providerId="AD" clId="Web-{03EB6FF7-D0BB-474A-9159-AEAA3A1E0586}" dt="2023-11-02T19:37:22.579" v="0"/>
          <ac:spMkLst>
            <pc:docMk/>
            <pc:sldMk cId="3265413082" sldId="257"/>
            <ac:spMk id="3" creationId="{D5908123-D752-691E-2DC6-4D51205DE417}"/>
          </ac:spMkLst>
        </pc:spChg>
        <pc:spChg chg="add mod">
          <ac:chgData name="Grant Berland" userId="S::grbe8029@colorado.edu::b2a944cd-2dbd-4786-9b43-908a49ced87b" providerId="AD" clId="Web-{03EB6FF7-D0BB-474A-9159-AEAA3A1E0586}" dt="2023-11-03T16:06:42.436" v="1058" actId="20577"/>
          <ac:spMkLst>
            <pc:docMk/>
            <pc:sldMk cId="3265413082" sldId="257"/>
            <ac:spMk id="3" creationId="{D9D4E2E8-A99C-E5DF-E4BE-DF93AEF3EB28}"/>
          </ac:spMkLst>
        </pc:spChg>
        <pc:picChg chg="add mod ord">
          <ac:chgData name="Grant Berland" userId="S::grbe8029@colorado.edu::b2a944cd-2dbd-4786-9b43-908a49ced87b" providerId="AD" clId="Web-{03EB6FF7-D0BB-474A-9159-AEAA3A1E0586}" dt="2023-11-02T19:37:24.454" v="1" actId="1076"/>
          <ac:picMkLst>
            <pc:docMk/>
            <pc:sldMk cId="3265413082" sldId="257"/>
            <ac:picMk id="4" creationId="{671ED4EC-4507-D0C2-21A2-4791C81C709C}"/>
          </ac:picMkLst>
        </pc:picChg>
      </pc:sldChg>
      <pc:sldChg chg="addSp delSp modSp new">
        <pc:chgData name="Grant Berland" userId="S::grbe8029@colorado.edu::b2a944cd-2dbd-4786-9b43-908a49ced87b" providerId="AD" clId="Web-{03EB6FF7-D0BB-474A-9159-AEAA3A1E0586}" dt="2023-11-03T15:58:28.448" v="734" actId="1076"/>
        <pc:sldMkLst>
          <pc:docMk/>
          <pc:sldMk cId="3425409623" sldId="258"/>
        </pc:sldMkLst>
        <pc:spChg chg="mod">
          <ac:chgData name="Grant Berland" userId="S::grbe8029@colorado.edu::b2a944cd-2dbd-4786-9b43-908a49ced87b" providerId="AD" clId="Web-{03EB6FF7-D0BB-474A-9159-AEAA3A1E0586}" dt="2023-11-02T22:48:47.433" v="235" actId="20577"/>
          <ac:spMkLst>
            <pc:docMk/>
            <pc:sldMk cId="3425409623" sldId="258"/>
            <ac:spMk id="2" creationId="{48DA59BD-7C69-D7EF-8F2D-FD5432464CDA}"/>
          </ac:spMkLst>
        </pc:spChg>
        <pc:spChg chg="del">
          <ac:chgData name="Grant Berland" userId="S::grbe8029@colorado.edu::b2a944cd-2dbd-4786-9b43-908a49ced87b" providerId="AD" clId="Web-{03EB6FF7-D0BB-474A-9159-AEAA3A1E0586}" dt="2023-11-02T22:45:03.711" v="180"/>
          <ac:spMkLst>
            <pc:docMk/>
            <pc:sldMk cId="3425409623" sldId="258"/>
            <ac:spMk id="3" creationId="{BF9B4B9D-4931-03C1-92F9-4F0D72F6E4BF}"/>
          </ac:spMkLst>
        </pc:spChg>
        <pc:spChg chg="add mod">
          <ac:chgData name="Grant Berland" userId="S::grbe8029@colorado.edu::b2a944cd-2dbd-4786-9b43-908a49ced87b" providerId="AD" clId="Web-{03EB6FF7-D0BB-474A-9159-AEAA3A1E0586}" dt="2023-11-03T15:57:47.994" v="718" actId="1076"/>
          <ac:spMkLst>
            <pc:docMk/>
            <pc:sldMk cId="3425409623" sldId="258"/>
            <ac:spMk id="7" creationId="{1017982A-E880-F693-659C-FF8D9D4E210C}"/>
          </ac:spMkLst>
        </pc:spChg>
        <pc:spChg chg="add mod">
          <ac:chgData name="Grant Berland" userId="S::grbe8029@colorado.edu::b2a944cd-2dbd-4786-9b43-908a49ced87b" providerId="AD" clId="Web-{03EB6FF7-D0BB-474A-9159-AEAA3A1E0586}" dt="2023-11-03T15:57:27.666" v="710" actId="1076"/>
          <ac:spMkLst>
            <pc:docMk/>
            <pc:sldMk cId="3425409623" sldId="258"/>
            <ac:spMk id="8" creationId="{6C62DB5E-BA4E-F1E8-051E-38F47C44E54D}"/>
          </ac:spMkLst>
        </pc:spChg>
        <pc:spChg chg="add del mod">
          <ac:chgData name="Grant Berland" userId="S::grbe8029@colorado.edu::b2a944cd-2dbd-4786-9b43-908a49ced87b" providerId="AD" clId="Web-{03EB6FF7-D0BB-474A-9159-AEAA3A1E0586}" dt="2023-11-03T15:56:52.041" v="699"/>
          <ac:spMkLst>
            <pc:docMk/>
            <pc:sldMk cId="3425409623" sldId="258"/>
            <ac:spMk id="9" creationId="{CFC7D52C-CB31-EDC3-3C40-93BE08CE38F9}"/>
          </ac:spMkLst>
        </pc:spChg>
        <pc:spChg chg="add del mod">
          <ac:chgData name="Grant Berland" userId="S::grbe8029@colorado.edu::b2a944cd-2dbd-4786-9b43-908a49ced87b" providerId="AD" clId="Web-{03EB6FF7-D0BB-474A-9159-AEAA3A1E0586}" dt="2023-11-02T23:31:56.851" v="361"/>
          <ac:spMkLst>
            <pc:docMk/>
            <pc:sldMk cId="3425409623" sldId="258"/>
            <ac:spMk id="10" creationId="{B9904CE5-F064-5413-DC26-48EDE050FE3C}"/>
          </ac:spMkLst>
        </pc:spChg>
        <pc:spChg chg="add del mod">
          <ac:chgData name="Grant Berland" userId="S::grbe8029@colorado.edu::b2a944cd-2dbd-4786-9b43-908a49ced87b" providerId="AD" clId="Web-{03EB6FF7-D0BB-474A-9159-AEAA3A1E0586}" dt="2023-11-02T23:31:56.851" v="360"/>
          <ac:spMkLst>
            <pc:docMk/>
            <pc:sldMk cId="3425409623" sldId="258"/>
            <ac:spMk id="11" creationId="{53D7672D-1502-8BFA-F99A-1B0ABB51B3CF}"/>
          </ac:spMkLst>
        </pc:spChg>
        <pc:spChg chg="add del mod">
          <ac:chgData name="Grant Berland" userId="S::grbe8029@colorado.edu::b2a944cd-2dbd-4786-9b43-908a49ced87b" providerId="AD" clId="Web-{03EB6FF7-D0BB-474A-9159-AEAA3A1E0586}" dt="2023-11-02T23:31:56.851" v="359"/>
          <ac:spMkLst>
            <pc:docMk/>
            <pc:sldMk cId="3425409623" sldId="258"/>
            <ac:spMk id="12" creationId="{FA952B7C-4D1D-B6E5-D989-7C248F23B9EF}"/>
          </ac:spMkLst>
        </pc:spChg>
        <pc:spChg chg="add del mod">
          <ac:chgData name="Grant Berland" userId="S::grbe8029@colorado.edu::b2a944cd-2dbd-4786-9b43-908a49ced87b" providerId="AD" clId="Web-{03EB6FF7-D0BB-474A-9159-AEAA3A1E0586}" dt="2023-11-02T23:31:58.398" v="362"/>
          <ac:spMkLst>
            <pc:docMk/>
            <pc:sldMk cId="3425409623" sldId="258"/>
            <ac:spMk id="13" creationId="{DF3D5DB9-96AD-D4F9-10BD-CC90649E4471}"/>
          </ac:spMkLst>
        </pc:spChg>
        <pc:spChg chg="add mod">
          <ac:chgData name="Grant Berland" userId="S::grbe8029@colorado.edu::b2a944cd-2dbd-4786-9b43-908a49ced87b" providerId="AD" clId="Web-{03EB6FF7-D0BB-474A-9159-AEAA3A1E0586}" dt="2023-11-03T15:58:28.448" v="734" actId="1076"/>
          <ac:spMkLst>
            <pc:docMk/>
            <pc:sldMk cId="3425409623" sldId="258"/>
            <ac:spMk id="14" creationId="{B1649C0F-CC27-3CE7-A736-E235FC71DD77}"/>
          </ac:spMkLst>
        </pc:spChg>
        <pc:picChg chg="add mod">
          <ac:chgData name="Grant Berland" userId="S::grbe8029@colorado.edu::b2a944cd-2dbd-4786-9b43-908a49ced87b" providerId="AD" clId="Web-{03EB6FF7-D0BB-474A-9159-AEAA3A1E0586}" dt="2023-11-03T15:57:31.697" v="711" actId="14100"/>
          <ac:picMkLst>
            <pc:docMk/>
            <pc:sldMk cId="3425409623" sldId="258"/>
            <ac:picMk id="3" creationId="{A94B53A8-23ED-9DAE-E0FC-F5B5F884F8B9}"/>
          </ac:picMkLst>
        </pc:picChg>
        <pc:picChg chg="add mod ord">
          <ac:chgData name="Grant Berland" userId="S::grbe8029@colorado.edu::b2a944cd-2dbd-4786-9b43-908a49ced87b" providerId="AD" clId="Web-{03EB6FF7-D0BB-474A-9159-AEAA3A1E0586}" dt="2023-11-03T15:57:51.479" v="720" actId="14100"/>
          <ac:picMkLst>
            <pc:docMk/>
            <pc:sldMk cId="3425409623" sldId="258"/>
            <ac:picMk id="4" creationId="{59C2C6DF-9678-7A08-CB36-2E1E274EC7AB}"/>
          </ac:picMkLst>
        </pc:picChg>
        <pc:picChg chg="add del mod">
          <ac:chgData name="Grant Berland" userId="S::grbe8029@colorado.edu::b2a944cd-2dbd-4786-9b43-908a49ced87b" providerId="AD" clId="Web-{03EB6FF7-D0BB-474A-9159-AEAA3A1E0586}" dt="2023-11-02T23:31:52.882" v="358"/>
          <ac:picMkLst>
            <pc:docMk/>
            <pc:sldMk cId="3425409623" sldId="258"/>
            <ac:picMk id="5" creationId="{47E6409C-4A99-06F6-7655-9616090482AC}"/>
          </ac:picMkLst>
        </pc:picChg>
        <pc:picChg chg="add del mod">
          <ac:chgData name="Grant Berland" userId="S::grbe8029@colorado.edu::b2a944cd-2dbd-4786-9b43-908a49ced87b" providerId="AD" clId="Web-{03EB6FF7-D0BB-474A-9159-AEAA3A1E0586}" dt="2023-11-02T22:47:27.276" v="205"/>
          <ac:picMkLst>
            <pc:docMk/>
            <pc:sldMk cId="3425409623" sldId="258"/>
            <ac:picMk id="8" creationId="{90DD1F49-07A1-D4AE-A681-902A1A184E93}"/>
          </ac:picMkLst>
        </pc:picChg>
        <pc:cxnChg chg="add mod">
          <ac:chgData name="Grant Berland" userId="S::grbe8029@colorado.edu::b2a944cd-2dbd-4786-9b43-908a49ced87b" providerId="AD" clId="Web-{03EB6FF7-D0BB-474A-9159-AEAA3A1E0586}" dt="2023-11-03T15:57:19.994" v="707" actId="1076"/>
          <ac:cxnSpMkLst>
            <pc:docMk/>
            <pc:sldMk cId="3425409623" sldId="258"/>
            <ac:cxnSpMk id="5" creationId="{5ABDB2DC-CD40-C895-0456-7ECF64B64D91}"/>
          </ac:cxnSpMkLst>
        </pc:cxnChg>
        <pc:cxnChg chg="add del mod">
          <ac:chgData name="Grant Berland" userId="S::grbe8029@colorado.edu::b2a944cd-2dbd-4786-9b43-908a49ced87b" providerId="AD" clId="Web-{03EB6FF7-D0BB-474A-9159-AEAA3A1E0586}" dt="2023-11-03T15:56:52.041" v="700"/>
          <ac:cxnSpMkLst>
            <pc:docMk/>
            <pc:sldMk cId="3425409623" sldId="258"/>
            <ac:cxnSpMk id="6" creationId="{289E6818-AB97-FAF6-83AC-7B8BA0A8EB70}"/>
          </ac:cxnSpMkLst>
        </pc:cxnChg>
      </pc:sldChg>
      <pc:sldChg chg="addSp delSp modSp new ord">
        <pc:chgData name="Grant Berland" userId="S::grbe8029@colorado.edu::b2a944cd-2dbd-4786-9b43-908a49ced87b" providerId="AD" clId="Web-{03EB6FF7-D0BB-474A-9159-AEAA3A1E0586}" dt="2023-11-03T15:49:34.147" v="687"/>
        <pc:sldMkLst>
          <pc:docMk/>
          <pc:sldMk cId="2258798849" sldId="259"/>
        </pc:sldMkLst>
        <pc:spChg chg="mod">
          <ac:chgData name="Grant Berland" userId="S::grbe8029@colorado.edu::b2a944cd-2dbd-4786-9b43-908a49ced87b" providerId="AD" clId="Web-{03EB6FF7-D0BB-474A-9159-AEAA3A1E0586}" dt="2023-11-02T22:53:19.750" v="310" actId="20577"/>
          <ac:spMkLst>
            <pc:docMk/>
            <pc:sldMk cId="2258798849" sldId="259"/>
            <ac:spMk id="2" creationId="{44C1F1EE-69B0-72F0-21EE-F2FD1A54582F}"/>
          </ac:spMkLst>
        </pc:spChg>
        <pc:spChg chg="add mod">
          <ac:chgData name="Grant Berland" userId="S::grbe8029@colorado.edu::b2a944cd-2dbd-4786-9b43-908a49ced87b" providerId="AD" clId="Web-{03EB6FF7-D0BB-474A-9159-AEAA3A1E0586}" dt="2023-11-03T15:49:01.694" v="667" actId="20577"/>
          <ac:spMkLst>
            <pc:docMk/>
            <pc:sldMk cId="2258798849" sldId="259"/>
            <ac:spMk id="3" creationId="{16B8B4E8-1638-29E1-627A-5A16301D5879}"/>
          </ac:spMkLst>
        </pc:spChg>
        <pc:spChg chg="del">
          <ac:chgData name="Grant Berland" userId="S::grbe8029@colorado.edu::b2a944cd-2dbd-4786-9b43-908a49ced87b" providerId="AD" clId="Web-{03EB6FF7-D0BB-474A-9159-AEAA3A1E0586}" dt="2023-11-02T22:52:49.109" v="293"/>
          <ac:spMkLst>
            <pc:docMk/>
            <pc:sldMk cId="2258798849" sldId="259"/>
            <ac:spMk id="3" creationId="{178A2EAD-75CD-B92A-F2D6-2A868A7D03F6}"/>
          </ac:spMkLst>
        </pc:spChg>
        <pc:spChg chg="add mod">
          <ac:chgData name="Grant Berland" userId="S::grbe8029@colorado.edu::b2a944cd-2dbd-4786-9b43-908a49ced87b" providerId="AD" clId="Web-{03EB6FF7-D0BB-474A-9159-AEAA3A1E0586}" dt="2023-11-02T23:00:36.476" v="357" actId="20577"/>
          <ac:spMkLst>
            <pc:docMk/>
            <pc:sldMk cId="2258798849" sldId="259"/>
            <ac:spMk id="5" creationId="{E7624AEE-9439-C601-E10F-39B1901E6828}"/>
          </ac:spMkLst>
        </pc:spChg>
        <pc:spChg chg="add mod">
          <ac:chgData name="Grant Berland" userId="S::grbe8029@colorado.edu::b2a944cd-2dbd-4786-9b43-908a49ced87b" providerId="AD" clId="Web-{03EB6FF7-D0BB-474A-9159-AEAA3A1E0586}" dt="2023-11-03T15:49:13.569" v="674" actId="20577"/>
          <ac:spMkLst>
            <pc:docMk/>
            <pc:sldMk cId="2258798849" sldId="259"/>
            <ac:spMk id="7" creationId="{D3495081-83F0-8B34-9660-A1C7CDBD31B2}"/>
          </ac:spMkLst>
        </pc:spChg>
        <pc:spChg chg="add mod">
          <ac:chgData name="Grant Berland" userId="S::grbe8029@colorado.edu::b2a944cd-2dbd-4786-9b43-908a49ced87b" providerId="AD" clId="Web-{03EB6FF7-D0BB-474A-9159-AEAA3A1E0586}" dt="2023-11-03T15:49:27.975" v="685" actId="14100"/>
          <ac:spMkLst>
            <pc:docMk/>
            <pc:sldMk cId="2258798849" sldId="259"/>
            <ac:spMk id="8" creationId="{4F6E31FA-1226-D7FF-78D7-80F2C2C6FAEB}"/>
          </ac:spMkLst>
        </pc:spChg>
        <pc:picChg chg="add mod ord modCrop">
          <ac:chgData name="Grant Berland" userId="S::grbe8029@colorado.edu::b2a944cd-2dbd-4786-9b43-908a49ced87b" providerId="AD" clId="Web-{03EB6FF7-D0BB-474A-9159-AEAA3A1E0586}" dt="2023-11-02T22:58:27.599" v="342" actId="14100"/>
          <ac:picMkLst>
            <pc:docMk/>
            <pc:sldMk cId="2258798849" sldId="259"/>
            <ac:picMk id="4" creationId="{7EAEB604-2A2C-89DB-E09A-22B76A3795DA}"/>
          </ac:picMkLst>
        </pc:picChg>
        <pc:picChg chg="add mod modCrop">
          <ac:chgData name="Grant Berland" userId="S::grbe8029@colorado.edu::b2a944cd-2dbd-4786-9b43-908a49ced87b" providerId="AD" clId="Web-{03EB6FF7-D0BB-474A-9159-AEAA3A1E0586}" dt="2023-11-02T22:58:57.053" v="348" actId="14100"/>
          <ac:picMkLst>
            <pc:docMk/>
            <pc:sldMk cId="2258798849" sldId="259"/>
            <ac:picMk id="6" creationId="{6179F216-B1C7-3BB1-24FB-248B2942B7E6}"/>
          </ac:picMkLst>
        </pc:picChg>
      </pc:sldChg>
      <pc:sldChg chg="addSp modSp new ord">
        <pc:chgData name="Grant Berland" userId="S::grbe8029@colorado.edu::b2a944cd-2dbd-4786-9b43-908a49ced87b" providerId="AD" clId="Web-{03EB6FF7-D0BB-474A-9159-AEAA3A1E0586}" dt="2023-11-03T15:59:58.636" v="798" actId="20577"/>
        <pc:sldMkLst>
          <pc:docMk/>
          <pc:sldMk cId="1991068955" sldId="260"/>
        </pc:sldMkLst>
        <pc:spChg chg="mod">
          <ac:chgData name="Grant Berland" userId="S::grbe8029@colorado.edu::b2a944cd-2dbd-4786-9b43-908a49ced87b" providerId="AD" clId="Web-{03EB6FF7-D0BB-474A-9159-AEAA3A1E0586}" dt="2023-11-03T15:32:52.999" v="368" actId="20577"/>
          <ac:spMkLst>
            <pc:docMk/>
            <pc:sldMk cId="1991068955" sldId="260"/>
            <ac:spMk id="2" creationId="{8D7D3BD9-6CEF-DD1C-5F66-644F7968BDF3}"/>
          </ac:spMkLst>
        </pc:spChg>
        <pc:spChg chg="mod">
          <ac:chgData name="Grant Berland" userId="S::grbe8029@colorado.edu::b2a944cd-2dbd-4786-9b43-908a49ced87b" providerId="AD" clId="Web-{03EB6FF7-D0BB-474A-9159-AEAA3A1E0586}" dt="2023-11-03T15:59:44.683" v="797" actId="20577"/>
          <ac:spMkLst>
            <pc:docMk/>
            <pc:sldMk cId="1991068955" sldId="260"/>
            <ac:spMk id="3" creationId="{8924366E-EBA9-FE02-B7F7-ABAC1E5AB9CC}"/>
          </ac:spMkLst>
        </pc:spChg>
        <pc:spChg chg="add mod">
          <ac:chgData name="Grant Berland" userId="S::grbe8029@colorado.edu::b2a944cd-2dbd-4786-9b43-908a49ced87b" providerId="AD" clId="Web-{03EB6FF7-D0BB-474A-9159-AEAA3A1E0586}" dt="2023-11-03T15:59:58.636" v="798" actId="20577"/>
          <ac:spMkLst>
            <pc:docMk/>
            <pc:sldMk cId="1991068955" sldId="260"/>
            <ac:spMk id="5" creationId="{F732657F-7F0D-2AFB-1E1F-D9FAD34293FD}"/>
          </ac:spMkLst>
        </pc:spChg>
        <pc:picChg chg="add mod">
          <ac:chgData name="Grant Berland" userId="S::grbe8029@colorado.edu::b2a944cd-2dbd-4786-9b43-908a49ced87b" providerId="AD" clId="Web-{03EB6FF7-D0BB-474A-9159-AEAA3A1E0586}" dt="2023-11-03T15:34:18.359" v="377" actId="1076"/>
          <ac:picMkLst>
            <pc:docMk/>
            <pc:sldMk cId="1991068955" sldId="260"/>
            <ac:picMk id="4" creationId="{8F6BF913-06E3-621E-4D01-8B1CE170CBBB}"/>
          </ac:picMkLst>
        </pc:picChg>
      </pc:sldChg>
      <pc:sldChg chg="delSp modSp new">
        <pc:chgData name="Grant Berland" userId="S::grbe8029@colorado.edu::b2a944cd-2dbd-4786-9b43-908a49ced87b" providerId="AD" clId="Web-{03EB6FF7-D0BB-474A-9159-AEAA3A1E0586}" dt="2023-11-03T16:05:10.248" v="983" actId="14100"/>
        <pc:sldMkLst>
          <pc:docMk/>
          <pc:sldMk cId="2901553266" sldId="261"/>
        </pc:sldMkLst>
        <pc:spChg chg="del">
          <ac:chgData name="Grant Berland" userId="S::grbe8029@colorado.edu::b2a944cd-2dbd-4786-9b43-908a49ced87b" providerId="AD" clId="Web-{03EB6FF7-D0BB-474A-9159-AEAA3A1E0586}" dt="2023-11-03T15:43:45.363" v="527"/>
          <ac:spMkLst>
            <pc:docMk/>
            <pc:sldMk cId="2901553266" sldId="261"/>
            <ac:spMk id="2" creationId="{B3A6678F-3DD6-74EE-27F1-9F02FFE24D76}"/>
          </ac:spMkLst>
        </pc:spChg>
        <pc:spChg chg="mod">
          <ac:chgData name="Grant Berland" userId="S::grbe8029@colorado.edu::b2a944cd-2dbd-4786-9b43-908a49ced87b" providerId="AD" clId="Web-{03EB6FF7-D0BB-474A-9159-AEAA3A1E0586}" dt="2023-11-03T16:05:10.248" v="983" actId="14100"/>
          <ac:spMkLst>
            <pc:docMk/>
            <pc:sldMk cId="2901553266" sldId="261"/>
            <ac:spMk id="3" creationId="{8C51E393-5F19-42C6-E350-8A4EC3C90E62}"/>
          </ac:spMkLst>
        </pc:spChg>
      </pc:sldChg>
    </pc:docChg>
  </pc:docChgLst>
  <pc:docChgLst>
    <pc:chgData name="Grant Berland" userId="S::grbe8029@colorado.edu::b2a944cd-2dbd-4786-9b43-908a49ced87b" providerId="AD" clId="Web-{4ABC2F48-62C8-25C3-C450-30E16B814AB4}"/>
    <pc:docChg chg="addSld delSld modSld">
      <pc:chgData name="Grant Berland" userId="S::grbe8029@colorado.edu::b2a944cd-2dbd-4786-9b43-908a49ced87b" providerId="AD" clId="Web-{4ABC2F48-62C8-25C3-C450-30E16B814AB4}" dt="2023-12-06T00:35:50.594" v="2791" actId="20577"/>
      <pc:docMkLst>
        <pc:docMk/>
      </pc:docMkLst>
      <pc:sldChg chg="modSp new">
        <pc:chgData name="Grant Berland" userId="S::grbe8029@colorado.edu::b2a944cd-2dbd-4786-9b43-908a49ced87b" providerId="AD" clId="Web-{4ABC2F48-62C8-25C3-C450-30E16B814AB4}" dt="2023-12-06T00:34:18.904" v="2728" actId="14100"/>
        <pc:sldMkLst>
          <pc:docMk/>
          <pc:sldMk cId="3148205290" sldId="262"/>
        </pc:sldMkLst>
        <pc:spChg chg="mod">
          <ac:chgData name="Grant Berland" userId="S::grbe8029@colorado.edu::b2a944cd-2dbd-4786-9b43-908a49ced87b" providerId="AD" clId="Web-{4ABC2F48-62C8-25C3-C450-30E16B814AB4}" dt="2023-12-05T20:10:43.387" v="46" actId="20577"/>
          <ac:spMkLst>
            <pc:docMk/>
            <pc:sldMk cId="3148205290" sldId="262"/>
            <ac:spMk id="2" creationId="{26AD0075-2196-580F-4A6C-2062178ABE13}"/>
          </ac:spMkLst>
        </pc:spChg>
        <pc:spChg chg="mod">
          <ac:chgData name="Grant Berland" userId="S::grbe8029@colorado.edu::b2a944cd-2dbd-4786-9b43-908a49ced87b" providerId="AD" clId="Web-{4ABC2F48-62C8-25C3-C450-30E16B814AB4}" dt="2023-12-06T00:34:18.904" v="2728" actId="14100"/>
          <ac:spMkLst>
            <pc:docMk/>
            <pc:sldMk cId="3148205290" sldId="262"/>
            <ac:spMk id="3" creationId="{7CA2CBFD-560E-1CDC-1892-2902C750BD76}"/>
          </ac:spMkLst>
        </pc:spChg>
      </pc:sldChg>
      <pc:sldChg chg="addSp delSp modSp new">
        <pc:chgData name="Grant Berland" userId="S::grbe8029@colorado.edu::b2a944cd-2dbd-4786-9b43-908a49ced87b" providerId="AD" clId="Web-{4ABC2F48-62C8-25C3-C450-30E16B814AB4}" dt="2023-12-05T22:31:41.018" v="2110" actId="20577"/>
        <pc:sldMkLst>
          <pc:docMk/>
          <pc:sldMk cId="2347354246" sldId="263"/>
        </pc:sldMkLst>
        <pc:spChg chg="mod">
          <ac:chgData name="Grant Berland" userId="S::grbe8029@colorado.edu::b2a944cd-2dbd-4786-9b43-908a49ced87b" providerId="AD" clId="Web-{4ABC2F48-62C8-25C3-C450-30E16B814AB4}" dt="2023-12-05T20:14:34.895" v="182" actId="20577"/>
          <ac:spMkLst>
            <pc:docMk/>
            <pc:sldMk cId="2347354246" sldId="263"/>
            <ac:spMk id="2" creationId="{0386D940-276E-466D-6B3A-E380D7B6EEFE}"/>
          </ac:spMkLst>
        </pc:spChg>
        <pc:spChg chg="add mod">
          <ac:chgData name="Grant Berland" userId="S::grbe8029@colorado.edu::b2a944cd-2dbd-4786-9b43-908a49ced87b" providerId="AD" clId="Web-{4ABC2F48-62C8-25C3-C450-30E16B814AB4}" dt="2023-12-05T22:00:00.696" v="1473" actId="20577"/>
          <ac:spMkLst>
            <pc:docMk/>
            <pc:sldMk cId="2347354246" sldId="263"/>
            <ac:spMk id="3" creationId="{36593CFF-2FA9-9326-B888-873C3EF09433}"/>
          </ac:spMkLst>
        </pc:spChg>
        <pc:spChg chg="del">
          <ac:chgData name="Grant Berland" userId="S::grbe8029@colorado.edu::b2a944cd-2dbd-4786-9b43-908a49ced87b" providerId="AD" clId="Web-{4ABC2F48-62C8-25C3-C450-30E16B814AB4}" dt="2023-12-05T20:14:24.723" v="176"/>
          <ac:spMkLst>
            <pc:docMk/>
            <pc:sldMk cId="2347354246" sldId="263"/>
            <ac:spMk id="3" creationId="{5FDEDC80-7D05-EEFF-DF21-61CC891F0854}"/>
          </ac:spMkLst>
        </pc:spChg>
        <pc:spChg chg="add mod">
          <ac:chgData name="Grant Berland" userId="S::grbe8029@colorado.edu::b2a944cd-2dbd-4786-9b43-908a49ced87b" providerId="AD" clId="Web-{4ABC2F48-62C8-25C3-C450-30E16B814AB4}" dt="2023-12-05T22:31:41.018" v="2110" actId="20577"/>
          <ac:spMkLst>
            <pc:docMk/>
            <pc:sldMk cId="2347354246" sldId="263"/>
            <ac:spMk id="8" creationId="{88371C08-F48F-3835-DAB4-53B2CE0A9B80}"/>
          </ac:spMkLst>
        </pc:spChg>
        <pc:picChg chg="add mod ord">
          <ac:chgData name="Grant Berland" userId="S::grbe8029@colorado.edu::b2a944cd-2dbd-4786-9b43-908a49ced87b" providerId="AD" clId="Web-{4ABC2F48-62C8-25C3-C450-30E16B814AB4}" dt="2023-12-05T21:55:58.599" v="1331" actId="14100"/>
          <ac:picMkLst>
            <pc:docMk/>
            <pc:sldMk cId="2347354246" sldId="263"/>
            <ac:picMk id="4" creationId="{E1F65478-D386-1B8D-20E2-C9EB89322538}"/>
          </ac:picMkLst>
        </pc:picChg>
        <pc:picChg chg="add mod">
          <ac:chgData name="Grant Berland" userId="S::grbe8029@colorado.edu::b2a944cd-2dbd-4786-9b43-908a49ced87b" providerId="AD" clId="Web-{4ABC2F48-62C8-25C3-C450-30E16B814AB4}" dt="2023-12-05T21:56:04.678" v="1333" actId="14100"/>
          <ac:picMkLst>
            <pc:docMk/>
            <pc:sldMk cId="2347354246" sldId="263"/>
            <ac:picMk id="5" creationId="{FA3D5245-6ED2-6433-F9D4-E94DD71BE212}"/>
          </ac:picMkLst>
        </pc:picChg>
        <pc:cxnChg chg="add del">
          <ac:chgData name="Grant Berland" userId="S::grbe8029@colorado.edu::b2a944cd-2dbd-4786-9b43-908a49ced87b" providerId="AD" clId="Web-{4ABC2F48-62C8-25C3-C450-30E16B814AB4}" dt="2023-12-05T22:31:00.705" v="2090"/>
          <ac:cxnSpMkLst>
            <pc:docMk/>
            <pc:sldMk cId="2347354246" sldId="263"/>
            <ac:cxnSpMk id="6" creationId="{9BD9BEEA-51BA-2DEB-BBEC-002C35BC862C}"/>
          </ac:cxnSpMkLst>
        </pc:cxnChg>
        <pc:cxnChg chg="add mod">
          <ac:chgData name="Grant Berland" userId="S::grbe8029@colorado.edu::b2a944cd-2dbd-4786-9b43-908a49ced87b" providerId="AD" clId="Web-{4ABC2F48-62C8-25C3-C450-30E16B814AB4}" dt="2023-12-05T22:31:33.846" v="2106" actId="1076"/>
          <ac:cxnSpMkLst>
            <pc:docMk/>
            <pc:sldMk cId="2347354246" sldId="263"/>
            <ac:cxnSpMk id="7" creationId="{0657EA09-4113-5D1E-7015-C96991E1C5A9}"/>
          </ac:cxnSpMkLst>
        </pc:cxnChg>
      </pc:sldChg>
      <pc:sldChg chg="addSp delSp modSp new">
        <pc:chgData name="Grant Berland" userId="S::grbe8029@colorado.edu::b2a944cd-2dbd-4786-9b43-908a49ced87b" providerId="AD" clId="Web-{4ABC2F48-62C8-25C3-C450-30E16B814AB4}" dt="2023-12-06T00:35:50.594" v="2791" actId="20577"/>
        <pc:sldMkLst>
          <pc:docMk/>
          <pc:sldMk cId="3637380492" sldId="264"/>
        </pc:sldMkLst>
        <pc:spChg chg="mod">
          <ac:chgData name="Grant Berland" userId="S::grbe8029@colorado.edu::b2a944cd-2dbd-4786-9b43-908a49ced87b" providerId="AD" clId="Web-{4ABC2F48-62C8-25C3-C450-30E16B814AB4}" dt="2023-12-05T20:36:02.971" v="213" actId="20577"/>
          <ac:spMkLst>
            <pc:docMk/>
            <pc:sldMk cId="3637380492" sldId="264"/>
            <ac:spMk id="2" creationId="{40B7BD45-4E68-64CF-4124-9B30D28E46C2}"/>
          </ac:spMkLst>
        </pc:spChg>
        <pc:spChg chg="del">
          <ac:chgData name="Grant Berland" userId="S::grbe8029@colorado.edu::b2a944cd-2dbd-4786-9b43-908a49ced87b" providerId="AD" clId="Web-{4ABC2F48-62C8-25C3-C450-30E16B814AB4}" dt="2023-12-05T20:36:04.908" v="214"/>
          <ac:spMkLst>
            <pc:docMk/>
            <pc:sldMk cId="3637380492" sldId="264"/>
            <ac:spMk id="3" creationId="{77D52026-0070-B472-62DB-643764B65EA7}"/>
          </ac:spMkLst>
        </pc:spChg>
        <pc:spChg chg="add mod">
          <ac:chgData name="Grant Berland" userId="S::grbe8029@colorado.edu::b2a944cd-2dbd-4786-9b43-908a49ced87b" providerId="AD" clId="Web-{4ABC2F48-62C8-25C3-C450-30E16B814AB4}" dt="2023-12-06T00:35:50.594" v="2791" actId="20577"/>
          <ac:spMkLst>
            <pc:docMk/>
            <pc:sldMk cId="3637380492" sldId="264"/>
            <ac:spMk id="7" creationId="{F8FCDB4A-E3B4-0C70-F7B8-D078A5261008}"/>
          </ac:spMkLst>
        </pc:spChg>
        <pc:spChg chg="add mod">
          <ac:chgData name="Grant Berland" userId="S::grbe8029@colorado.edu::b2a944cd-2dbd-4786-9b43-908a49ced87b" providerId="AD" clId="Web-{4ABC2F48-62C8-25C3-C450-30E16B814AB4}" dt="2023-12-05T22:00:21.197" v="1476" actId="1076"/>
          <ac:spMkLst>
            <pc:docMk/>
            <pc:sldMk cId="3637380492" sldId="264"/>
            <ac:spMk id="8" creationId="{E47C0426-752A-4B05-7A87-0D288E70EBDF}"/>
          </ac:spMkLst>
        </pc:spChg>
        <pc:spChg chg="add mod">
          <ac:chgData name="Grant Berland" userId="S::grbe8029@colorado.edu::b2a944cd-2dbd-4786-9b43-908a49ced87b" providerId="AD" clId="Web-{4ABC2F48-62C8-25C3-C450-30E16B814AB4}" dt="2023-12-05T21:52:18.909" v="1287" actId="20577"/>
          <ac:spMkLst>
            <pc:docMk/>
            <pc:sldMk cId="3637380492" sldId="264"/>
            <ac:spMk id="9" creationId="{D86E3398-8666-E777-B14F-07BC6070360E}"/>
          </ac:spMkLst>
        </pc:spChg>
        <pc:spChg chg="add mod">
          <ac:chgData name="Grant Berland" userId="S::grbe8029@colorado.edu::b2a944cd-2dbd-4786-9b43-908a49ced87b" providerId="AD" clId="Web-{4ABC2F48-62C8-25C3-C450-30E16B814AB4}" dt="2023-12-05T21:52:50.472" v="1307" actId="1076"/>
          <ac:spMkLst>
            <pc:docMk/>
            <pc:sldMk cId="3637380492" sldId="264"/>
            <ac:spMk id="11" creationId="{1948B0F6-801E-F517-6664-527D038D1BB6}"/>
          </ac:spMkLst>
        </pc:spChg>
        <pc:spChg chg="add mod">
          <ac:chgData name="Grant Berland" userId="S::grbe8029@colorado.edu::b2a944cd-2dbd-4786-9b43-908a49ced87b" providerId="AD" clId="Web-{4ABC2F48-62C8-25C3-C450-30E16B814AB4}" dt="2023-12-05T22:00:17.540" v="1475" actId="1076"/>
          <ac:spMkLst>
            <pc:docMk/>
            <pc:sldMk cId="3637380492" sldId="264"/>
            <ac:spMk id="12" creationId="{F1D05082-A14C-C3F4-A090-69A570503136}"/>
          </ac:spMkLst>
        </pc:spChg>
        <pc:picChg chg="add mod">
          <ac:chgData name="Grant Berland" userId="S::grbe8029@colorado.edu::b2a944cd-2dbd-4786-9b43-908a49ced87b" providerId="AD" clId="Web-{4ABC2F48-62C8-25C3-C450-30E16B814AB4}" dt="2023-12-05T22:00:11.650" v="1474" actId="1076"/>
          <ac:picMkLst>
            <pc:docMk/>
            <pc:sldMk cId="3637380492" sldId="264"/>
            <ac:picMk id="3" creationId="{F7C7FF5E-AC8F-1262-027F-58A04C2893B2}"/>
          </ac:picMkLst>
        </pc:picChg>
        <pc:picChg chg="add mod ord modCrop">
          <ac:chgData name="Grant Berland" userId="S::grbe8029@colorado.edu::b2a944cd-2dbd-4786-9b43-908a49ced87b" providerId="AD" clId="Web-{4ABC2F48-62C8-25C3-C450-30E16B814AB4}" dt="2023-12-05T21:39:06.399" v="1039" actId="1076"/>
          <ac:picMkLst>
            <pc:docMk/>
            <pc:sldMk cId="3637380492" sldId="264"/>
            <ac:picMk id="4" creationId="{78328A66-BC6E-C81D-04B2-A557FEE43FC6}"/>
          </ac:picMkLst>
        </pc:picChg>
        <pc:picChg chg="add mod modCrop">
          <ac:chgData name="Grant Berland" userId="S::grbe8029@colorado.edu::b2a944cd-2dbd-4786-9b43-908a49ced87b" providerId="AD" clId="Web-{4ABC2F48-62C8-25C3-C450-30E16B814AB4}" dt="2023-12-05T20:36:52.065" v="231" actId="14100"/>
          <ac:picMkLst>
            <pc:docMk/>
            <pc:sldMk cId="3637380492" sldId="264"/>
            <ac:picMk id="6" creationId="{2AD1637F-5472-8905-14CC-07728619AFF5}"/>
          </ac:picMkLst>
        </pc:picChg>
        <pc:cxnChg chg="add mod">
          <ac:chgData name="Grant Berland" userId="S::grbe8029@colorado.edu::b2a944cd-2dbd-4786-9b43-908a49ced87b" providerId="AD" clId="Web-{4ABC2F48-62C8-25C3-C450-30E16B814AB4}" dt="2023-12-05T21:53:12.738" v="1312" actId="14100"/>
          <ac:cxnSpMkLst>
            <pc:docMk/>
            <pc:sldMk cId="3637380492" sldId="264"/>
            <ac:cxnSpMk id="5" creationId="{39DE574A-C1EB-F7F9-87A1-5C7C712E11C3}"/>
          </ac:cxnSpMkLst>
        </pc:cxnChg>
        <pc:cxnChg chg="add mod">
          <ac:chgData name="Grant Berland" userId="S::grbe8029@colorado.edu::b2a944cd-2dbd-4786-9b43-908a49ced87b" providerId="AD" clId="Web-{4ABC2F48-62C8-25C3-C450-30E16B814AB4}" dt="2023-12-05T22:00:28.525" v="1478" actId="1076"/>
          <ac:cxnSpMkLst>
            <pc:docMk/>
            <pc:sldMk cId="3637380492" sldId="264"/>
            <ac:cxnSpMk id="10" creationId="{C1477241-5620-2EB2-F0A5-CE01985EC1B0}"/>
          </ac:cxnSpMkLst>
        </pc:cxnChg>
        <pc:cxnChg chg="add mod">
          <ac:chgData name="Grant Berland" userId="S::grbe8029@colorado.edu::b2a944cd-2dbd-4786-9b43-908a49ced87b" providerId="AD" clId="Web-{4ABC2F48-62C8-25C3-C450-30E16B814AB4}" dt="2023-12-05T22:00:24.431" v="1477" actId="1076"/>
          <ac:cxnSpMkLst>
            <pc:docMk/>
            <pc:sldMk cId="3637380492" sldId="264"/>
            <ac:cxnSpMk id="13" creationId="{AEC63313-C3D7-071B-96F9-38C9A8534700}"/>
          </ac:cxnSpMkLst>
        </pc:cxnChg>
      </pc:sldChg>
      <pc:sldChg chg="addSp delSp modSp new">
        <pc:chgData name="Grant Berland" userId="S::grbe8029@colorado.edu::b2a944cd-2dbd-4786-9b43-908a49ced87b" providerId="AD" clId="Web-{4ABC2F48-62C8-25C3-C450-30E16B814AB4}" dt="2023-12-06T00:29:26.852" v="2662" actId="20577"/>
        <pc:sldMkLst>
          <pc:docMk/>
          <pc:sldMk cId="1546595114" sldId="265"/>
        </pc:sldMkLst>
        <pc:spChg chg="mod">
          <ac:chgData name="Grant Berland" userId="S::grbe8029@colorado.edu::b2a944cd-2dbd-4786-9b43-908a49ced87b" providerId="AD" clId="Web-{4ABC2F48-62C8-25C3-C450-30E16B814AB4}" dt="2023-12-05T20:40:56.118" v="242" actId="20577"/>
          <ac:spMkLst>
            <pc:docMk/>
            <pc:sldMk cId="1546595114" sldId="265"/>
            <ac:spMk id="2" creationId="{790A282C-87B2-8154-97E5-8690C277E53B}"/>
          </ac:spMkLst>
        </pc:spChg>
        <pc:spChg chg="del">
          <ac:chgData name="Grant Berland" userId="S::grbe8029@colorado.edu::b2a944cd-2dbd-4786-9b43-908a49ced87b" providerId="AD" clId="Web-{4ABC2F48-62C8-25C3-C450-30E16B814AB4}" dt="2023-12-05T20:40:46.399" v="234"/>
          <ac:spMkLst>
            <pc:docMk/>
            <pc:sldMk cId="1546595114" sldId="265"/>
            <ac:spMk id="3" creationId="{3B59505B-310E-5B7E-C3FC-F135CDCAB818}"/>
          </ac:spMkLst>
        </pc:spChg>
        <pc:spChg chg="add mod">
          <ac:chgData name="Grant Berland" userId="S::grbe8029@colorado.edu::b2a944cd-2dbd-4786-9b43-908a49ced87b" providerId="AD" clId="Web-{4ABC2F48-62C8-25C3-C450-30E16B814AB4}" dt="2023-12-06T00:29:26.852" v="2662" actId="20577"/>
          <ac:spMkLst>
            <pc:docMk/>
            <pc:sldMk cId="1546595114" sldId="265"/>
            <ac:spMk id="6" creationId="{496F19E4-0A24-5B86-FAA5-2ECEF1FF3AF4}"/>
          </ac:spMkLst>
        </pc:spChg>
        <pc:spChg chg="add del">
          <ac:chgData name="Grant Berland" userId="S::grbe8029@colorado.edu::b2a944cd-2dbd-4786-9b43-908a49ced87b" providerId="AD" clId="Web-{4ABC2F48-62C8-25C3-C450-30E16B814AB4}" dt="2023-12-05T20:54:55.761" v="810"/>
          <ac:spMkLst>
            <pc:docMk/>
            <pc:sldMk cId="1546595114" sldId="265"/>
            <ac:spMk id="9" creationId="{9139EDB3-B0B5-D192-6B3C-27EBEDA3BFA7}"/>
          </ac:spMkLst>
        </pc:spChg>
        <pc:spChg chg="add mod">
          <ac:chgData name="Grant Berland" userId="S::grbe8029@colorado.edu::b2a944cd-2dbd-4786-9b43-908a49ced87b" providerId="AD" clId="Web-{4ABC2F48-62C8-25C3-C450-30E16B814AB4}" dt="2023-12-05T20:56:01.575" v="847" actId="1076"/>
          <ac:spMkLst>
            <pc:docMk/>
            <pc:sldMk cId="1546595114" sldId="265"/>
            <ac:spMk id="10" creationId="{FA46F77F-8E50-0432-EB33-910CD485CACD}"/>
          </ac:spMkLst>
        </pc:spChg>
        <pc:picChg chg="add mod ord">
          <ac:chgData name="Grant Berland" userId="S::grbe8029@colorado.edu::b2a944cd-2dbd-4786-9b43-908a49ced87b" providerId="AD" clId="Web-{4ABC2F48-62C8-25C3-C450-30E16B814AB4}" dt="2023-12-05T20:41:14.431" v="248" actId="1076"/>
          <ac:picMkLst>
            <pc:docMk/>
            <pc:sldMk cId="1546595114" sldId="265"/>
            <ac:picMk id="4" creationId="{5C22D9D0-9DE0-68F3-9B32-58492FDFE85A}"/>
          </ac:picMkLst>
        </pc:picChg>
        <pc:picChg chg="add mod">
          <ac:chgData name="Grant Berland" userId="S::grbe8029@colorado.edu::b2a944cd-2dbd-4786-9b43-908a49ced87b" providerId="AD" clId="Web-{4ABC2F48-62C8-25C3-C450-30E16B814AB4}" dt="2023-12-05T20:41:13.165" v="247" actId="1076"/>
          <ac:picMkLst>
            <pc:docMk/>
            <pc:sldMk cId="1546595114" sldId="265"/>
            <ac:picMk id="5" creationId="{9868A302-9E7C-F990-191D-A3E7B6178D9A}"/>
          </ac:picMkLst>
        </pc:picChg>
        <pc:cxnChg chg="add mod">
          <ac:chgData name="Grant Berland" userId="S::grbe8029@colorado.edu::b2a944cd-2dbd-4786-9b43-908a49ced87b" providerId="AD" clId="Web-{4ABC2F48-62C8-25C3-C450-30E16B814AB4}" dt="2023-12-05T20:54:31.229" v="805"/>
          <ac:cxnSpMkLst>
            <pc:docMk/>
            <pc:sldMk cId="1546595114" sldId="265"/>
            <ac:cxnSpMk id="7" creationId="{9CEEE6EE-4B4E-2A5D-5C31-CDAE29C5D891}"/>
          </ac:cxnSpMkLst>
        </pc:cxnChg>
        <pc:cxnChg chg="add mod">
          <ac:chgData name="Grant Berland" userId="S::grbe8029@colorado.edu::b2a944cd-2dbd-4786-9b43-908a49ced87b" providerId="AD" clId="Web-{4ABC2F48-62C8-25C3-C450-30E16B814AB4}" dt="2023-12-05T20:54:45.995" v="808" actId="1076"/>
          <ac:cxnSpMkLst>
            <pc:docMk/>
            <pc:sldMk cId="1546595114" sldId="265"/>
            <ac:cxnSpMk id="8" creationId="{E2B07971-D088-F0A5-36AE-FDA72EEA08AD}"/>
          </ac:cxnSpMkLst>
        </pc:cxnChg>
      </pc:sldChg>
      <pc:sldChg chg="add del replId">
        <pc:chgData name="Grant Berland" userId="S::grbe8029@colorado.edu::b2a944cd-2dbd-4786-9b43-908a49ced87b" providerId="AD" clId="Web-{4ABC2F48-62C8-25C3-C450-30E16B814AB4}" dt="2023-12-05T20:36:13.846" v="218"/>
        <pc:sldMkLst>
          <pc:docMk/>
          <pc:sldMk cId="2673043474" sldId="265"/>
        </pc:sldMkLst>
      </pc:sldChg>
      <pc:sldChg chg="addSp modSp new">
        <pc:chgData name="Grant Berland" userId="S::grbe8029@colorado.edu::b2a944cd-2dbd-4786-9b43-908a49ced87b" providerId="AD" clId="Web-{4ABC2F48-62C8-25C3-C450-30E16B814AB4}" dt="2023-12-06T00:31:01.947" v="2696" actId="20577"/>
        <pc:sldMkLst>
          <pc:docMk/>
          <pc:sldMk cId="3894182197" sldId="266"/>
        </pc:sldMkLst>
        <pc:spChg chg="mod">
          <ac:chgData name="Grant Berland" userId="S::grbe8029@colorado.edu::b2a944cd-2dbd-4786-9b43-908a49ced87b" providerId="AD" clId="Web-{4ABC2F48-62C8-25C3-C450-30E16B814AB4}" dt="2023-12-05T22:11:05.580" v="1523" actId="20577"/>
          <ac:spMkLst>
            <pc:docMk/>
            <pc:sldMk cId="3894182197" sldId="266"/>
            <ac:spMk id="2" creationId="{15EB9610-036A-004A-E8BA-59EBCB89C7D8}"/>
          </ac:spMkLst>
        </pc:spChg>
        <pc:spChg chg="mod">
          <ac:chgData name="Grant Berland" userId="S::grbe8029@colorado.edu::b2a944cd-2dbd-4786-9b43-908a49ced87b" providerId="AD" clId="Web-{4ABC2F48-62C8-25C3-C450-30E16B814AB4}" dt="2023-12-06T00:31:01.947" v="2696" actId="20577"/>
          <ac:spMkLst>
            <pc:docMk/>
            <pc:sldMk cId="3894182197" sldId="266"/>
            <ac:spMk id="3" creationId="{A8AD4C63-8D00-1143-15FC-F3F43EA7A7A1}"/>
          </ac:spMkLst>
        </pc:spChg>
        <pc:spChg chg="add mod">
          <ac:chgData name="Grant Berland" userId="S::grbe8029@colorado.edu::b2a944cd-2dbd-4786-9b43-908a49ced87b" providerId="AD" clId="Web-{4ABC2F48-62C8-25C3-C450-30E16B814AB4}" dt="2023-12-06T00:28:43.382" v="2653" actId="20577"/>
          <ac:spMkLst>
            <pc:docMk/>
            <pc:sldMk cId="3894182197" sldId="266"/>
            <ac:spMk id="6" creationId="{14419641-AB7E-A905-FC52-30038D2305D6}"/>
          </ac:spMkLst>
        </pc:spChg>
        <pc:picChg chg="add mod modCrop">
          <ac:chgData name="Grant Berland" userId="S::grbe8029@colorado.edu::b2a944cd-2dbd-4786-9b43-908a49ced87b" providerId="AD" clId="Web-{4ABC2F48-62C8-25C3-C450-30E16B814AB4}" dt="2023-12-05T22:11:02.252" v="1517" actId="14100"/>
          <ac:picMkLst>
            <pc:docMk/>
            <pc:sldMk cId="3894182197" sldId="266"/>
            <ac:picMk id="5" creationId="{432F7462-D7BE-6064-D6CB-BDB00C879235}"/>
          </ac:picMkLst>
        </pc:picChg>
      </pc:sldChg>
    </pc:docChg>
  </pc:docChgLst>
  <pc:docChgLst>
    <pc:chgData clId="Web-{03EB6FF7-D0BB-474A-9159-AEAA3A1E0586}"/>
    <pc:docChg chg="addSld">
      <pc:chgData name="" userId="" providerId="" clId="Web-{03EB6FF7-D0BB-474A-9159-AEAA3A1E0586}" dt="2023-11-02T19:36:43.843" v="0"/>
      <pc:docMkLst>
        <pc:docMk/>
      </pc:docMkLst>
      <pc:sldChg chg="new">
        <pc:chgData name="" userId="" providerId="" clId="Web-{03EB6FF7-D0BB-474A-9159-AEAA3A1E0586}" dt="2023-11-02T19:36:43.843" v="0"/>
        <pc:sldMkLst>
          <pc:docMk/>
          <pc:sldMk cId="3265413082"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12/8/2023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3BD9-6CEF-DD1C-5F66-644F7968BDF3}"/>
              </a:ext>
            </a:extLst>
          </p:cNvPr>
          <p:cNvSpPr>
            <a:spLocks noGrp="1"/>
          </p:cNvSpPr>
          <p:nvPr>
            <p:ph type="title"/>
          </p:nvPr>
        </p:nvSpPr>
        <p:spPr/>
        <p:txBody>
          <a:bodyPr/>
          <a:lstStyle/>
          <a:p>
            <a:r>
              <a:rPr lang="en-US">
                <a:ea typeface="Calibri Light"/>
                <a:cs typeface="Calibri Light"/>
              </a:rPr>
              <a:t>Geomagnetic Cutoff</a:t>
            </a:r>
            <a:endParaRPr lang="en-US"/>
          </a:p>
        </p:txBody>
      </p:sp>
      <p:sp>
        <p:nvSpPr>
          <p:cNvPr id="3" name="Content Placeholder 2">
            <a:extLst>
              <a:ext uri="{FF2B5EF4-FFF2-40B4-BE49-F238E27FC236}">
                <a16:creationId xmlns:a16="http://schemas.microsoft.com/office/drawing/2014/main" id="{8924366E-EBA9-FE02-B7F7-ABAC1E5AB9CC}"/>
              </a:ext>
            </a:extLst>
          </p:cNvPr>
          <p:cNvSpPr>
            <a:spLocks noGrp="1"/>
          </p:cNvSpPr>
          <p:nvPr>
            <p:ph idx="1"/>
          </p:nvPr>
        </p:nvSpPr>
        <p:spPr>
          <a:xfrm>
            <a:off x="507694" y="1825625"/>
            <a:ext cx="5842613" cy="4351338"/>
          </a:xfrm>
        </p:spPr>
        <p:txBody>
          <a:bodyPr vert="horz" lIns="91440" tIns="45720" rIns="91440" bIns="45720" rtlCol="0" anchor="t">
            <a:normAutofit/>
          </a:bodyPr>
          <a:lstStyle/>
          <a:p>
            <a:r>
              <a:rPr lang="en-US" sz="2000">
                <a:ea typeface="Calibri"/>
                <a:cs typeface="Calibri"/>
              </a:rPr>
              <a:t>Rc [GV] -- kinetic energy necessary to penetrate past the inner magnetosphere to the atmosphere</a:t>
            </a:r>
          </a:p>
          <a:p>
            <a:r>
              <a:rPr lang="en-US" sz="2000">
                <a:ea typeface="Calibri"/>
                <a:cs typeface="Calibri"/>
              </a:rPr>
              <a:t>ΔR [GV] -- deviation from model, either derived from perturbation model or measured + derived by ground stations</a:t>
            </a:r>
          </a:p>
        </p:txBody>
      </p:sp>
      <p:pic>
        <p:nvPicPr>
          <p:cNvPr id="4" name="Picture 3" descr="A map of the world&#10;&#10;Description automatically generated">
            <a:extLst>
              <a:ext uri="{FF2B5EF4-FFF2-40B4-BE49-F238E27FC236}">
                <a16:creationId xmlns:a16="http://schemas.microsoft.com/office/drawing/2014/main" id="{8F6BF913-06E3-621E-4D01-8B1CE170CBBB}"/>
              </a:ext>
            </a:extLst>
          </p:cNvPr>
          <p:cNvPicPr>
            <a:picLocks noChangeAspect="1"/>
          </p:cNvPicPr>
          <p:nvPr/>
        </p:nvPicPr>
        <p:blipFill>
          <a:blip r:embed="rId2"/>
          <a:stretch>
            <a:fillRect/>
          </a:stretch>
        </p:blipFill>
        <p:spPr>
          <a:xfrm>
            <a:off x="6427141" y="542965"/>
            <a:ext cx="5480754" cy="3326143"/>
          </a:xfrm>
          <a:prstGeom prst="rect">
            <a:avLst/>
          </a:prstGeom>
        </p:spPr>
      </p:pic>
      <p:sp>
        <p:nvSpPr>
          <p:cNvPr id="5" name="TextBox 4">
            <a:extLst>
              <a:ext uri="{FF2B5EF4-FFF2-40B4-BE49-F238E27FC236}">
                <a16:creationId xmlns:a16="http://schemas.microsoft.com/office/drawing/2014/main" id="{F732657F-7F0D-2AFB-1E1F-D9FAD34293FD}"/>
              </a:ext>
            </a:extLst>
          </p:cNvPr>
          <p:cNvSpPr txBox="1"/>
          <p:nvPr/>
        </p:nvSpPr>
        <p:spPr>
          <a:xfrm>
            <a:off x="6600939" y="3956891"/>
            <a:ext cx="51503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TS01 Rc map during the Nov. 20, 2003 geomagnetic storm , Danilova, et al. 2019</a:t>
            </a:r>
            <a:endParaRPr lang="en-US"/>
          </a:p>
        </p:txBody>
      </p:sp>
    </p:spTree>
    <p:extLst>
      <p:ext uri="{BB962C8B-B14F-4D97-AF65-F5344CB8AC3E}">
        <p14:creationId xmlns:p14="http://schemas.microsoft.com/office/powerpoint/2010/main" val="1991068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2715C-41EF-DD80-8605-D7F4160BB114}"/>
              </a:ext>
            </a:extLst>
          </p:cNvPr>
          <p:cNvSpPr>
            <a:spLocks noGrp="1"/>
          </p:cNvSpPr>
          <p:nvPr>
            <p:ph type="title"/>
          </p:nvPr>
        </p:nvSpPr>
        <p:spPr/>
        <p:txBody>
          <a:bodyPr/>
          <a:lstStyle/>
          <a:p>
            <a:r>
              <a:rPr lang="en-US">
                <a:ea typeface="Calibri Light"/>
                <a:cs typeface="Calibri Light"/>
              </a:rPr>
              <a:t>Geomagnetic Cutoff</a:t>
            </a:r>
            <a:endParaRPr lang="en-US"/>
          </a:p>
        </p:txBody>
      </p:sp>
      <p:pic>
        <p:nvPicPr>
          <p:cNvPr id="4" name="Content Placeholder 3">
            <a:extLst>
              <a:ext uri="{FF2B5EF4-FFF2-40B4-BE49-F238E27FC236}">
                <a16:creationId xmlns:a16="http://schemas.microsoft.com/office/drawing/2014/main" id="{671ED4EC-4507-D0C2-21A2-4791C81C709C}"/>
              </a:ext>
            </a:extLst>
          </p:cNvPr>
          <p:cNvPicPr>
            <a:picLocks noGrp="1" noChangeAspect="1"/>
          </p:cNvPicPr>
          <p:nvPr>
            <p:ph idx="1"/>
          </p:nvPr>
        </p:nvPicPr>
        <p:blipFill>
          <a:blip r:embed="rId2"/>
          <a:stretch>
            <a:fillRect/>
          </a:stretch>
        </p:blipFill>
        <p:spPr>
          <a:xfrm>
            <a:off x="5623400" y="847255"/>
            <a:ext cx="6420311" cy="4351338"/>
          </a:xfrm>
        </p:spPr>
      </p:pic>
      <p:sp>
        <p:nvSpPr>
          <p:cNvPr id="3" name="TextBox 2">
            <a:extLst>
              <a:ext uri="{FF2B5EF4-FFF2-40B4-BE49-F238E27FC236}">
                <a16:creationId xmlns:a16="http://schemas.microsoft.com/office/drawing/2014/main" id="{D9D4E2E8-A99C-E5DF-E4BE-DF93AEF3EB28}"/>
              </a:ext>
            </a:extLst>
          </p:cNvPr>
          <p:cNvSpPr txBox="1"/>
          <p:nvPr/>
        </p:nvSpPr>
        <p:spPr>
          <a:xfrm>
            <a:off x="229518" y="1799421"/>
            <a:ext cx="5710408"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Kravtsova, et al. 2015 analyzed the Forbush decrease ahead of Nov. 20 CME-induced geomagnetic storm and identified periods of CME interaction and non-interaction with the magnetosphere</a:t>
            </a:r>
            <a:br>
              <a:rPr lang="en-US">
                <a:ea typeface="Calibri"/>
                <a:cs typeface="Calibri"/>
              </a:rPr>
            </a:br>
            <a:endParaRPr lang="en-US"/>
          </a:p>
          <a:p>
            <a:r>
              <a:rPr lang="en-US">
                <a:ea typeface="Calibri"/>
                <a:cs typeface="Calibri"/>
              </a:rPr>
              <a:t>Danilova, et al. 2019; </a:t>
            </a:r>
            <a:r>
              <a:rPr lang="en-US" err="1">
                <a:ea typeface="Calibri"/>
                <a:cs typeface="Calibri"/>
              </a:rPr>
              <a:t>Ptitsyna</a:t>
            </a:r>
            <a:r>
              <a:rPr lang="en-US">
                <a:ea typeface="Calibri"/>
                <a:cs typeface="Calibri"/>
              </a:rPr>
              <a:t>, et al. 2020; Danilova, et al. 2023 analysis of Nov. 20, 2003 geomagnetic storm:</a:t>
            </a:r>
            <a:endParaRPr lang="en-US"/>
          </a:p>
          <a:p>
            <a:pPr marL="285750" indent="-285750">
              <a:buFont typeface="Arial"/>
              <a:buChar char="•"/>
            </a:pPr>
            <a:r>
              <a:rPr lang="en-US">
                <a:ea typeface="Calibri"/>
                <a:cs typeface="Calibri"/>
              </a:rPr>
              <a:t>ΔR maximizes at mid-latitudes, around -1.8 GV</a:t>
            </a:r>
          </a:p>
          <a:p>
            <a:pPr marL="285750" indent="-285750">
              <a:buFont typeface="Arial"/>
              <a:buChar char="•"/>
            </a:pPr>
            <a:r>
              <a:rPr lang="en-US">
                <a:ea typeface="Calibri"/>
                <a:cs typeface="Calibri"/>
              </a:rPr>
              <a:t>Northern hemisphere ΔR is greater than Southern hemisphere ΔR</a:t>
            </a:r>
          </a:p>
          <a:p>
            <a:pPr marL="285750" indent="-285750">
              <a:buFont typeface="Arial"/>
              <a:buChar char="•"/>
            </a:pPr>
            <a:r>
              <a:rPr lang="en-US">
                <a:ea typeface="Calibri"/>
                <a:cs typeface="Calibri"/>
              </a:rPr>
              <a:t>ΔR strongly correlated (0.7 - 0.98) with </a:t>
            </a:r>
            <a:r>
              <a:rPr lang="en-US" err="1">
                <a:ea typeface="Calibri"/>
                <a:cs typeface="Calibri"/>
              </a:rPr>
              <a:t>Dst</a:t>
            </a:r>
            <a:r>
              <a:rPr lang="en-US">
                <a:ea typeface="Calibri"/>
                <a:cs typeface="Calibri"/>
              </a:rPr>
              <a:t> through all phases of geomagnetic storms</a:t>
            </a:r>
          </a:p>
          <a:p>
            <a:pPr marL="285750" indent="-285750">
              <a:buFont typeface="Arial"/>
              <a:buChar char="•"/>
            </a:pPr>
            <a:r>
              <a:rPr lang="en-US">
                <a:ea typeface="Calibri"/>
                <a:cs typeface="Calibri"/>
              </a:rPr>
              <a:t>ΔR correlations with solar wind number density, velocity, </a:t>
            </a:r>
            <a:r>
              <a:rPr lang="en-US" err="1">
                <a:ea typeface="Calibri"/>
                <a:cs typeface="Calibri"/>
              </a:rPr>
              <a:t>Bz</a:t>
            </a:r>
            <a:r>
              <a:rPr lang="en-US">
                <a:ea typeface="Calibri"/>
                <a:cs typeface="Calibri"/>
              </a:rPr>
              <a:t>, By, |B|</a:t>
            </a:r>
          </a:p>
          <a:p>
            <a:pPr marL="285750" indent="-285750">
              <a:buFont typeface="Arial"/>
              <a:buChar char="•"/>
            </a:pPr>
            <a:r>
              <a:rPr lang="en-US">
                <a:ea typeface="Calibri"/>
                <a:cs typeface="Calibri"/>
              </a:rPr>
              <a:t>TS01 underrepresents high-latitude ΔR during geomagnetic storms</a:t>
            </a:r>
            <a:br>
              <a:rPr lang="en-US">
                <a:ea typeface="Calibri"/>
                <a:cs typeface="Calibri"/>
              </a:rPr>
            </a:br>
            <a:endParaRPr lang="en-US">
              <a:ea typeface="Calibri"/>
              <a:cs typeface="Calibri"/>
            </a:endParaRPr>
          </a:p>
          <a:p>
            <a:pPr marL="285750" indent="-285750">
              <a:buFont typeface="Arial"/>
              <a:buChar char="•"/>
            </a:pPr>
            <a:endParaRPr lang="en-US">
              <a:ea typeface="Calibri"/>
              <a:cs typeface="Calibri"/>
            </a:endParaRPr>
          </a:p>
        </p:txBody>
      </p:sp>
    </p:spTree>
    <p:extLst>
      <p:ext uri="{BB962C8B-B14F-4D97-AF65-F5344CB8AC3E}">
        <p14:creationId xmlns:p14="http://schemas.microsoft.com/office/powerpoint/2010/main" val="326541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A59BD-7C69-D7EF-8F2D-FD5432464CDA}"/>
              </a:ext>
            </a:extLst>
          </p:cNvPr>
          <p:cNvSpPr>
            <a:spLocks noGrp="1"/>
          </p:cNvSpPr>
          <p:nvPr>
            <p:ph type="title"/>
          </p:nvPr>
        </p:nvSpPr>
        <p:spPr/>
        <p:txBody>
          <a:bodyPr/>
          <a:lstStyle/>
          <a:p>
            <a:r>
              <a:rPr lang="en-US">
                <a:ea typeface="Calibri Light"/>
                <a:cs typeface="Calibri Light"/>
              </a:rPr>
              <a:t>Increase in GCR flux due to ΔR</a:t>
            </a:r>
            <a:endParaRPr lang="en-US"/>
          </a:p>
        </p:txBody>
      </p:sp>
      <p:pic>
        <p:nvPicPr>
          <p:cNvPr id="4" name="Content Placeholder 3" descr="A graph with a line drawn on it&#10;&#10;Description automatically generated">
            <a:extLst>
              <a:ext uri="{FF2B5EF4-FFF2-40B4-BE49-F238E27FC236}">
                <a16:creationId xmlns:a16="http://schemas.microsoft.com/office/drawing/2014/main" id="{59C2C6DF-9678-7A08-CB36-2E1E274EC7AB}"/>
              </a:ext>
            </a:extLst>
          </p:cNvPr>
          <p:cNvPicPr>
            <a:picLocks noGrp="1" noChangeAspect="1"/>
          </p:cNvPicPr>
          <p:nvPr>
            <p:ph idx="1"/>
          </p:nvPr>
        </p:nvPicPr>
        <p:blipFill>
          <a:blip r:embed="rId2"/>
          <a:stretch>
            <a:fillRect/>
          </a:stretch>
        </p:blipFill>
        <p:spPr>
          <a:xfrm>
            <a:off x="563982" y="1627045"/>
            <a:ext cx="4646708" cy="3518283"/>
          </a:xfrm>
        </p:spPr>
      </p:pic>
      <p:sp>
        <p:nvSpPr>
          <p:cNvPr id="7" name="TextBox 6">
            <a:extLst>
              <a:ext uri="{FF2B5EF4-FFF2-40B4-BE49-F238E27FC236}">
                <a16:creationId xmlns:a16="http://schemas.microsoft.com/office/drawing/2014/main" id="{1017982A-E880-F693-659C-FF8D9D4E210C}"/>
              </a:ext>
            </a:extLst>
          </p:cNvPr>
          <p:cNvSpPr txBox="1"/>
          <p:nvPr/>
        </p:nvSpPr>
        <p:spPr>
          <a:xfrm rot="16200000">
            <a:off x="5604831" y="3241584"/>
            <a:ext cx="29102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ΔR from </a:t>
            </a:r>
            <a:r>
              <a:rPr lang="en-US" err="1">
                <a:ea typeface="Calibri"/>
                <a:cs typeface="Calibri"/>
              </a:rPr>
              <a:t>Dst</a:t>
            </a:r>
            <a:r>
              <a:rPr lang="en-US">
                <a:ea typeface="Calibri"/>
                <a:cs typeface="Calibri"/>
              </a:rPr>
              <a:t> storm phase 2</a:t>
            </a:r>
            <a:endParaRPr lang="en-US"/>
          </a:p>
        </p:txBody>
      </p:sp>
      <p:sp>
        <p:nvSpPr>
          <p:cNvPr id="14" name="TextBox 13">
            <a:extLst>
              <a:ext uri="{FF2B5EF4-FFF2-40B4-BE49-F238E27FC236}">
                <a16:creationId xmlns:a16="http://schemas.microsoft.com/office/drawing/2014/main" id="{B1649C0F-CC27-3CE7-A736-E235FC71DD77}"/>
              </a:ext>
            </a:extLst>
          </p:cNvPr>
          <p:cNvSpPr txBox="1"/>
          <p:nvPr/>
        </p:nvSpPr>
        <p:spPr>
          <a:xfrm>
            <a:off x="247879" y="5774674"/>
            <a:ext cx="64907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Up to 25% more GCR proton number flux and up to 30% more GCR electron energy flux due to </a:t>
            </a:r>
            <a:r>
              <a:rPr lang="en-US" err="1">
                <a:ea typeface="Calibri"/>
                <a:cs typeface="Calibri"/>
              </a:rPr>
              <a:t>Dst</a:t>
            </a:r>
            <a:r>
              <a:rPr lang="en-US">
                <a:ea typeface="Calibri"/>
                <a:cs typeface="Calibri"/>
              </a:rPr>
              <a:t> = –140 </a:t>
            </a:r>
            <a:r>
              <a:rPr lang="en-US" err="1">
                <a:ea typeface="Calibri"/>
                <a:cs typeface="Calibri"/>
              </a:rPr>
              <a:t>nT</a:t>
            </a:r>
            <a:r>
              <a:rPr lang="en-US">
                <a:ea typeface="Calibri"/>
                <a:cs typeface="Calibri"/>
              </a:rPr>
              <a:t> geomagnetic storm</a:t>
            </a:r>
          </a:p>
        </p:txBody>
      </p:sp>
      <p:pic>
        <p:nvPicPr>
          <p:cNvPr id="3" name="Picture 2" descr="A graph of energy flux and energy flux&#10;&#10;Description automatically generated">
            <a:extLst>
              <a:ext uri="{FF2B5EF4-FFF2-40B4-BE49-F238E27FC236}">
                <a16:creationId xmlns:a16="http://schemas.microsoft.com/office/drawing/2014/main" id="{A94B53A8-23ED-9DAE-E0FC-F5B5F884F8B9}"/>
              </a:ext>
            </a:extLst>
          </p:cNvPr>
          <p:cNvPicPr>
            <a:picLocks noChangeAspect="1"/>
          </p:cNvPicPr>
          <p:nvPr/>
        </p:nvPicPr>
        <p:blipFill>
          <a:blip r:embed="rId3"/>
          <a:stretch>
            <a:fillRect/>
          </a:stretch>
        </p:blipFill>
        <p:spPr>
          <a:xfrm>
            <a:off x="7350087" y="1349640"/>
            <a:ext cx="4202934" cy="3956743"/>
          </a:xfrm>
          <a:prstGeom prst="rect">
            <a:avLst/>
          </a:prstGeom>
        </p:spPr>
      </p:pic>
      <p:cxnSp>
        <p:nvCxnSpPr>
          <p:cNvPr id="5" name="Straight Arrow Connector 4">
            <a:extLst>
              <a:ext uri="{FF2B5EF4-FFF2-40B4-BE49-F238E27FC236}">
                <a16:creationId xmlns:a16="http://schemas.microsoft.com/office/drawing/2014/main" id="{5ABDB2DC-CD40-C895-0456-7ECF64B64D91}"/>
              </a:ext>
            </a:extLst>
          </p:cNvPr>
          <p:cNvCxnSpPr/>
          <p:nvPr/>
        </p:nvCxnSpPr>
        <p:spPr>
          <a:xfrm>
            <a:off x="7640197" y="5441414"/>
            <a:ext cx="3833869" cy="5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2">
            <a:extLst>
              <a:ext uri="{FF2B5EF4-FFF2-40B4-BE49-F238E27FC236}">
                <a16:creationId xmlns:a16="http://schemas.microsoft.com/office/drawing/2014/main" id="{6C62DB5E-BA4E-F1E8-051E-38F47C44E54D}"/>
              </a:ext>
            </a:extLst>
          </p:cNvPr>
          <p:cNvSpPr txBox="1"/>
          <p:nvPr/>
        </p:nvSpPr>
        <p:spPr>
          <a:xfrm>
            <a:off x="8446265" y="5490071"/>
            <a:ext cx="223091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ea typeface="Calibri"/>
                <a:cs typeface="Calibri"/>
              </a:rPr>
              <a:t>Higher latitudes</a:t>
            </a:r>
          </a:p>
        </p:txBody>
      </p:sp>
    </p:spTree>
    <p:extLst>
      <p:ext uri="{BB962C8B-B14F-4D97-AF65-F5344CB8AC3E}">
        <p14:creationId xmlns:p14="http://schemas.microsoft.com/office/powerpoint/2010/main" val="3425409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51E393-5F19-42C6-E350-8A4EC3C90E62}"/>
              </a:ext>
            </a:extLst>
          </p:cNvPr>
          <p:cNvSpPr>
            <a:spLocks noGrp="1"/>
          </p:cNvSpPr>
          <p:nvPr>
            <p:ph idx="1"/>
          </p:nvPr>
        </p:nvSpPr>
        <p:spPr>
          <a:xfrm>
            <a:off x="838200" y="1054445"/>
            <a:ext cx="10515600" cy="5471385"/>
          </a:xfrm>
        </p:spPr>
        <p:txBody>
          <a:bodyPr vert="horz" lIns="91440" tIns="45720" rIns="91440" bIns="45720" rtlCol="0" anchor="t">
            <a:normAutofit/>
          </a:bodyPr>
          <a:lstStyle/>
          <a:p>
            <a:r>
              <a:rPr lang="en-US">
                <a:ea typeface="Calibri"/>
                <a:cs typeface="Calibri"/>
              </a:rPr>
              <a:t>Conclusion</a:t>
            </a:r>
          </a:p>
          <a:p>
            <a:pPr lvl="1"/>
            <a:r>
              <a:rPr lang="en-US">
                <a:ea typeface="Calibri"/>
                <a:cs typeface="Calibri"/>
              </a:rPr>
              <a:t>There exists a strong correlation between ΔR and </a:t>
            </a:r>
            <a:r>
              <a:rPr lang="en-US" err="1">
                <a:ea typeface="Calibri"/>
                <a:cs typeface="Calibri"/>
              </a:rPr>
              <a:t>Dst</a:t>
            </a:r>
            <a:r>
              <a:rPr lang="en-US">
                <a:ea typeface="Calibri"/>
                <a:cs typeface="Calibri"/>
              </a:rPr>
              <a:t> --&gt; The effect of ring current enhancement plays a role in reducing geomagnetic cutoff rigidity</a:t>
            </a:r>
          </a:p>
          <a:p>
            <a:pPr lvl="1"/>
            <a:r>
              <a:rPr lang="en-US">
                <a:ea typeface="Calibri"/>
                <a:cs typeface="Calibri"/>
              </a:rPr>
              <a:t>A decrease in the cutoff rigidity (ΔR &lt; 0) allowing a larger fraction of the GCR spectrum to access the atmosphere   </a:t>
            </a:r>
            <a:br>
              <a:rPr lang="en-US">
                <a:ea typeface="Calibri"/>
                <a:cs typeface="Calibri"/>
              </a:rPr>
            </a:br>
            <a:endParaRPr lang="en-US">
              <a:ea typeface="Calibri"/>
              <a:cs typeface="Calibri"/>
            </a:endParaRPr>
          </a:p>
          <a:p>
            <a:r>
              <a:rPr lang="en-US">
                <a:ea typeface="Calibri"/>
                <a:cs typeface="Calibri"/>
              </a:rPr>
              <a:t>Open questions</a:t>
            </a:r>
          </a:p>
          <a:p>
            <a:pPr lvl="1"/>
            <a:r>
              <a:rPr lang="en-US">
                <a:ea typeface="Calibri"/>
                <a:cs typeface="Calibri"/>
              </a:rPr>
              <a:t>What relationship exists between ring current enhancement and hiss wave generation that does not exist between EMIC and whistler-mode chorus waves?</a:t>
            </a:r>
          </a:p>
          <a:p>
            <a:pPr lvl="1"/>
            <a:r>
              <a:rPr lang="en-US">
                <a:ea typeface="Calibri"/>
                <a:cs typeface="Calibri"/>
              </a:rPr>
              <a:t>To what extent do Rc decreases occur with Dst perturbation outside of stormtime periods? I.e. was it the storm effects or solely enhancements in Dst that reduce Rc? Kichigin, et al. 2016 says it's the latter but was a pure modeling effort</a:t>
            </a:r>
          </a:p>
          <a:p>
            <a:pPr lvl="1"/>
            <a:endParaRPr lang="en-US">
              <a:ea typeface="Calibri"/>
              <a:cs typeface="Calibri"/>
            </a:endParaRPr>
          </a:p>
        </p:txBody>
      </p:sp>
    </p:spTree>
    <p:extLst>
      <p:ext uri="{BB962C8B-B14F-4D97-AF65-F5344CB8AC3E}">
        <p14:creationId xmlns:p14="http://schemas.microsoft.com/office/powerpoint/2010/main" val="290155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F1EE-69B0-72F0-21EE-F2FD1A54582F}"/>
              </a:ext>
            </a:extLst>
          </p:cNvPr>
          <p:cNvSpPr>
            <a:spLocks noGrp="1"/>
          </p:cNvSpPr>
          <p:nvPr>
            <p:ph type="title"/>
          </p:nvPr>
        </p:nvSpPr>
        <p:spPr/>
        <p:txBody>
          <a:bodyPr/>
          <a:lstStyle/>
          <a:p>
            <a:r>
              <a:rPr lang="en-US">
                <a:ea typeface="Calibri Light"/>
                <a:cs typeface="Calibri Light"/>
              </a:rPr>
              <a:t>GCR electrons</a:t>
            </a:r>
          </a:p>
        </p:txBody>
      </p:sp>
      <p:pic>
        <p:nvPicPr>
          <p:cNvPr id="4" name="Content Placeholder 3">
            <a:extLst>
              <a:ext uri="{FF2B5EF4-FFF2-40B4-BE49-F238E27FC236}">
                <a16:creationId xmlns:a16="http://schemas.microsoft.com/office/drawing/2014/main" id="{7EAEB604-2A2C-89DB-E09A-22B76A3795DA}"/>
              </a:ext>
            </a:extLst>
          </p:cNvPr>
          <p:cNvPicPr>
            <a:picLocks noGrp="1" noChangeAspect="1"/>
          </p:cNvPicPr>
          <p:nvPr>
            <p:ph idx="1"/>
          </p:nvPr>
        </p:nvPicPr>
        <p:blipFill rotWithShape="1">
          <a:blip r:embed="rId2"/>
          <a:srcRect l="49969" r="100"/>
          <a:stretch/>
        </p:blipFill>
        <p:spPr>
          <a:xfrm>
            <a:off x="8278518" y="97161"/>
            <a:ext cx="3871157" cy="3142192"/>
          </a:xfrm>
        </p:spPr>
      </p:pic>
      <p:sp>
        <p:nvSpPr>
          <p:cNvPr id="5" name="TextBox 4">
            <a:extLst>
              <a:ext uri="{FF2B5EF4-FFF2-40B4-BE49-F238E27FC236}">
                <a16:creationId xmlns:a16="http://schemas.microsoft.com/office/drawing/2014/main" id="{E7624AEE-9439-C601-E10F-39B1901E6828}"/>
              </a:ext>
            </a:extLst>
          </p:cNvPr>
          <p:cNvSpPr txBox="1"/>
          <p:nvPr/>
        </p:nvSpPr>
        <p:spPr>
          <a:xfrm>
            <a:off x="649111" y="1825037"/>
            <a:ext cx="570088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Magnetospheric electrons</a:t>
            </a:r>
          </a:p>
          <a:p>
            <a:endParaRPr lang="en-US">
              <a:ea typeface="Calibri"/>
              <a:cs typeface="Calibri"/>
            </a:endParaRPr>
          </a:p>
          <a:p>
            <a:r>
              <a:rPr lang="en-US">
                <a:ea typeface="+mn-lt"/>
                <a:cs typeface="+mn-lt"/>
              </a:rPr>
              <a:t>Energy flux &gt;1 MeV: 3.40 x 10</a:t>
            </a:r>
            <a:r>
              <a:rPr lang="en-US" baseline="30000">
                <a:ea typeface="+mn-lt"/>
                <a:cs typeface="+mn-lt"/>
              </a:rPr>
              <a:t>3</a:t>
            </a:r>
            <a:r>
              <a:rPr lang="en-US">
                <a:ea typeface="+mn-lt"/>
                <a:cs typeface="+mn-lt"/>
              </a:rPr>
              <a:t> keV cm</a:t>
            </a:r>
            <a:r>
              <a:rPr lang="en-US" baseline="30000">
                <a:ea typeface="+mn-lt"/>
                <a:cs typeface="+mn-lt"/>
              </a:rPr>
              <a:t>-2</a:t>
            </a:r>
            <a:r>
              <a:rPr lang="en-US">
                <a:ea typeface="+mn-lt"/>
                <a:cs typeface="+mn-lt"/>
              </a:rPr>
              <a:t> s</a:t>
            </a:r>
            <a:r>
              <a:rPr lang="en-US" baseline="30000">
                <a:ea typeface="+mn-lt"/>
                <a:cs typeface="+mn-lt"/>
              </a:rPr>
              <a:t>-1</a:t>
            </a:r>
            <a:r>
              <a:rPr lang="en-US">
                <a:ea typeface="+mn-lt"/>
                <a:cs typeface="+mn-lt"/>
              </a:rPr>
              <a:t> sr</a:t>
            </a:r>
            <a:r>
              <a:rPr lang="en-US" baseline="30000">
                <a:ea typeface="+mn-lt"/>
                <a:cs typeface="+mn-lt"/>
              </a:rPr>
              <a:t>-1</a:t>
            </a:r>
            <a:endParaRPr lang="en-US" baseline="30000"/>
          </a:p>
          <a:p>
            <a:endParaRPr lang="en-US">
              <a:ea typeface="Calibri"/>
              <a:cs typeface="Calibri"/>
            </a:endParaRPr>
          </a:p>
          <a:p>
            <a:r>
              <a:rPr lang="en-US" b="1">
                <a:ea typeface="Calibri"/>
                <a:cs typeface="Calibri"/>
              </a:rPr>
              <a:t>GCR electrons</a:t>
            </a:r>
          </a:p>
          <a:p>
            <a:endParaRPr lang="en-US">
              <a:ea typeface="Calibri"/>
              <a:cs typeface="Calibri"/>
            </a:endParaRPr>
          </a:p>
          <a:p>
            <a:r>
              <a:rPr lang="en-US">
                <a:ea typeface="+mn-lt"/>
                <a:cs typeface="+mn-lt"/>
              </a:rPr>
              <a:t>Energy flux &gt;200 MeV: 1.42 x 10</a:t>
            </a:r>
            <a:r>
              <a:rPr lang="en-US" baseline="30000">
                <a:ea typeface="+mn-lt"/>
                <a:cs typeface="+mn-lt"/>
              </a:rPr>
              <a:t>4</a:t>
            </a:r>
            <a:r>
              <a:rPr lang="en-US">
                <a:ea typeface="+mn-lt"/>
                <a:cs typeface="+mn-lt"/>
              </a:rPr>
              <a:t> keV cm</a:t>
            </a:r>
            <a:r>
              <a:rPr lang="en-US" baseline="30000">
                <a:ea typeface="+mn-lt"/>
                <a:cs typeface="+mn-lt"/>
              </a:rPr>
              <a:t>-2</a:t>
            </a:r>
            <a:r>
              <a:rPr lang="en-US">
                <a:ea typeface="+mn-lt"/>
                <a:cs typeface="+mn-lt"/>
              </a:rPr>
              <a:t> s</a:t>
            </a:r>
            <a:r>
              <a:rPr lang="en-US" baseline="30000">
                <a:ea typeface="+mn-lt"/>
                <a:cs typeface="+mn-lt"/>
              </a:rPr>
              <a:t>-1</a:t>
            </a:r>
            <a:r>
              <a:rPr lang="en-US">
                <a:ea typeface="+mn-lt"/>
                <a:cs typeface="+mn-lt"/>
              </a:rPr>
              <a:t> sr</a:t>
            </a:r>
            <a:r>
              <a:rPr lang="en-US" baseline="30000">
                <a:ea typeface="+mn-lt"/>
                <a:cs typeface="+mn-lt"/>
              </a:rPr>
              <a:t>-1</a:t>
            </a:r>
            <a:endParaRPr lang="en-US" baseline="30000"/>
          </a:p>
        </p:txBody>
      </p:sp>
      <p:pic>
        <p:nvPicPr>
          <p:cNvPr id="6" name="Picture 5" descr="A graph on a screen&#10;&#10;Description automatically generated">
            <a:extLst>
              <a:ext uri="{FF2B5EF4-FFF2-40B4-BE49-F238E27FC236}">
                <a16:creationId xmlns:a16="http://schemas.microsoft.com/office/drawing/2014/main" id="{6179F216-B1C7-3BB1-24FB-248B2942B7E6}"/>
              </a:ext>
            </a:extLst>
          </p:cNvPr>
          <p:cNvPicPr>
            <a:picLocks noChangeAspect="1"/>
          </p:cNvPicPr>
          <p:nvPr/>
        </p:nvPicPr>
        <p:blipFill rotWithShape="1">
          <a:blip r:embed="rId3"/>
          <a:srcRect t="5026" r="-280" b="-265"/>
          <a:stretch/>
        </p:blipFill>
        <p:spPr>
          <a:xfrm>
            <a:off x="8444181" y="3241362"/>
            <a:ext cx="3529586" cy="3529889"/>
          </a:xfrm>
          <a:prstGeom prst="rect">
            <a:avLst/>
          </a:prstGeom>
        </p:spPr>
      </p:pic>
      <p:sp>
        <p:nvSpPr>
          <p:cNvPr id="3" name="TextBox 2">
            <a:extLst>
              <a:ext uri="{FF2B5EF4-FFF2-40B4-BE49-F238E27FC236}">
                <a16:creationId xmlns:a16="http://schemas.microsoft.com/office/drawing/2014/main" id="{16B8B4E8-1638-29E1-627A-5A16301D5879}"/>
              </a:ext>
            </a:extLst>
          </p:cNvPr>
          <p:cNvSpPr txBox="1"/>
          <p:nvPr/>
        </p:nvSpPr>
        <p:spPr>
          <a:xfrm>
            <a:off x="9024650" y="2267638"/>
            <a:ext cx="12485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Case 10</a:t>
            </a:r>
            <a:endParaRPr lang="en-US"/>
          </a:p>
        </p:txBody>
      </p:sp>
      <p:sp>
        <p:nvSpPr>
          <p:cNvPr id="7" name="TextBox 6">
            <a:extLst>
              <a:ext uri="{FF2B5EF4-FFF2-40B4-BE49-F238E27FC236}">
                <a16:creationId xmlns:a16="http://schemas.microsoft.com/office/drawing/2014/main" id="{D3495081-83F0-8B34-9660-A1C7CDBD31B2}"/>
              </a:ext>
            </a:extLst>
          </p:cNvPr>
          <p:cNvSpPr txBox="1"/>
          <p:nvPr/>
        </p:nvSpPr>
        <p:spPr>
          <a:xfrm>
            <a:off x="10860794" y="1689252"/>
            <a:ext cx="12485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GCR e</a:t>
            </a:r>
            <a:r>
              <a:rPr lang="en-US" baseline="30000">
                <a:ea typeface="Calibri"/>
                <a:cs typeface="Calibri"/>
              </a:rPr>
              <a:t>-</a:t>
            </a:r>
            <a:endParaRPr lang="en-US" baseline="30000"/>
          </a:p>
        </p:txBody>
      </p:sp>
      <p:sp>
        <p:nvSpPr>
          <p:cNvPr id="8" name="TextBox 7">
            <a:extLst>
              <a:ext uri="{FF2B5EF4-FFF2-40B4-BE49-F238E27FC236}">
                <a16:creationId xmlns:a16="http://schemas.microsoft.com/office/drawing/2014/main" id="{4F6E31FA-1226-D7FF-78D7-80F2C2C6FAEB}"/>
              </a:ext>
            </a:extLst>
          </p:cNvPr>
          <p:cNvSpPr txBox="1"/>
          <p:nvPr/>
        </p:nvSpPr>
        <p:spPr>
          <a:xfrm>
            <a:off x="9483686" y="3378505"/>
            <a:ext cx="13771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GCR spectra</a:t>
            </a:r>
            <a:endParaRPr lang="en-US"/>
          </a:p>
        </p:txBody>
      </p:sp>
    </p:spTree>
    <p:extLst>
      <p:ext uri="{BB962C8B-B14F-4D97-AF65-F5344CB8AC3E}">
        <p14:creationId xmlns:p14="http://schemas.microsoft.com/office/powerpoint/2010/main" val="2258798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0075-2196-580F-4A6C-2062178ABE13}"/>
              </a:ext>
            </a:extLst>
          </p:cNvPr>
          <p:cNvSpPr>
            <a:spLocks noGrp="1"/>
          </p:cNvSpPr>
          <p:nvPr>
            <p:ph type="title"/>
          </p:nvPr>
        </p:nvSpPr>
        <p:spPr/>
        <p:txBody>
          <a:bodyPr/>
          <a:lstStyle/>
          <a:p>
            <a:r>
              <a:rPr lang="en-US">
                <a:cs typeface="Calibri Light"/>
              </a:rPr>
              <a:t>Addendum – Cutoff Rigidity Investigation</a:t>
            </a:r>
            <a:endParaRPr lang="en-US"/>
          </a:p>
        </p:txBody>
      </p:sp>
      <p:sp>
        <p:nvSpPr>
          <p:cNvPr id="3" name="Content Placeholder 2">
            <a:extLst>
              <a:ext uri="{FF2B5EF4-FFF2-40B4-BE49-F238E27FC236}">
                <a16:creationId xmlns:a16="http://schemas.microsoft.com/office/drawing/2014/main" id="{7CA2CBFD-560E-1CDC-1892-2902C750BD76}"/>
              </a:ext>
            </a:extLst>
          </p:cNvPr>
          <p:cNvSpPr>
            <a:spLocks noGrp="1"/>
          </p:cNvSpPr>
          <p:nvPr>
            <p:ph idx="1"/>
          </p:nvPr>
        </p:nvSpPr>
        <p:spPr>
          <a:xfrm>
            <a:off x="838200" y="1825625"/>
            <a:ext cx="10515600" cy="4782831"/>
          </a:xfrm>
        </p:spPr>
        <p:txBody>
          <a:bodyPr vert="horz" lIns="91440" tIns="45720" rIns="91440" bIns="45720" rtlCol="0" anchor="t">
            <a:normAutofit fontScale="85000" lnSpcReduction="20000"/>
          </a:bodyPr>
          <a:lstStyle/>
          <a:p>
            <a:r>
              <a:rPr lang="en-US">
                <a:cs typeface="Calibri"/>
              </a:rPr>
              <a:t>Summary of motivation and results</a:t>
            </a:r>
          </a:p>
          <a:p>
            <a:pPr lvl="1">
              <a:buFont typeface="Courier New" panose="020B0604020202020204" pitchFamily="34" charset="0"/>
              <a:buChar char="o"/>
            </a:pPr>
            <a:r>
              <a:rPr lang="en-US">
                <a:cs typeface="Calibri"/>
              </a:rPr>
              <a:t>Radiation belt electron precipitation alone is unlikely to cause the ARMAS-observed increased dose rates. Investigations into other possible sources revealed a dose rate sensitivity to cutoff rigidity, and a literature search showed recent work linking enhancements in Dst during all phases of geomagnetic storms to a decrease in cutoff rigidity (slides above). I took the below routes to quantify the decrease in cutoff rigidity to an increase in dose rate at airline altitudes. I would need more time to verify a Geant4 GCR radiation dose model, so an alternate method – deemed a "proxy analysis" -- is performed using the NAIRAS model outputs by shifting to regions of lower cutoff rigidity. </a:t>
            </a:r>
          </a:p>
          <a:p>
            <a:r>
              <a:rPr lang="en-US">
                <a:cs typeface="Calibri"/>
              </a:rPr>
              <a:t>Geant4 GCR forward model</a:t>
            </a:r>
          </a:p>
          <a:p>
            <a:pPr lvl="1">
              <a:buFont typeface="Courier New" panose="020B0604020202020204" pitchFamily="34" charset="0"/>
              <a:buChar char="o"/>
            </a:pPr>
            <a:r>
              <a:rPr lang="en-US">
                <a:ea typeface="Calibri"/>
                <a:cs typeface="Calibri"/>
              </a:rPr>
              <a:t>Did not reach convergence -- not matching NAIRAS radiation dose rates versus altitude without further tuning</a:t>
            </a:r>
            <a:endParaRPr lang="en-US">
              <a:cs typeface="Calibri"/>
            </a:endParaRPr>
          </a:p>
          <a:p>
            <a:pPr lvl="1">
              <a:buFont typeface="Courier New" panose="020B0604020202020204" pitchFamily="34" charset="0"/>
              <a:buChar char="o"/>
            </a:pPr>
            <a:r>
              <a:rPr lang="en-US">
                <a:ea typeface="Calibri"/>
                <a:cs typeface="Calibri"/>
              </a:rPr>
              <a:t>Finding consistent dose rate conversion curves per particle is a messy business – many aspects go into energy deposition &amp; biological effects</a:t>
            </a:r>
            <a:br>
              <a:rPr lang="en-US">
                <a:ea typeface="Calibri"/>
                <a:cs typeface="Calibri"/>
              </a:rPr>
            </a:br>
            <a:endParaRPr lang="en-US">
              <a:cs typeface="Calibri"/>
            </a:endParaRPr>
          </a:p>
          <a:p>
            <a:r>
              <a:rPr lang="en-US">
                <a:cs typeface="Calibri"/>
              </a:rPr>
              <a:t>NAIRAS analysis </a:t>
            </a:r>
          </a:p>
          <a:p>
            <a:pPr lvl="1">
              <a:buFont typeface="Courier New" panose="020B0604020202020204" pitchFamily="34" charset="0"/>
              <a:buChar char="o"/>
            </a:pPr>
            <a:r>
              <a:rPr lang="en-US">
                <a:ea typeface="Calibri"/>
                <a:cs typeface="Calibri"/>
              </a:rPr>
              <a:t>Can instead use NAIRAS results to perform a proxy analysis of dose rate sensitivity to Rc/</a:t>
            </a:r>
            <a:r>
              <a:rPr lang="en-US" err="1">
                <a:ea typeface="Calibri"/>
                <a:cs typeface="Calibri"/>
              </a:rPr>
              <a:t>ΔRc</a:t>
            </a:r>
            <a:r>
              <a:rPr lang="en-US">
                <a:ea typeface="Calibri"/>
                <a:cs typeface="Calibri"/>
              </a:rPr>
              <a:t> </a:t>
            </a:r>
          </a:p>
          <a:p>
            <a:pPr lvl="1">
              <a:buFont typeface="Courier New" panose="020B0604020202020204" pitchFamily="34" charset="0"/>
              <a:buChar char="o"/>
            </a:pPr>
            <a:r>
              <a:rPr lang="en-US">
                <a:ea typeface="Calibri"/>
                <a:cs typeface="Calibri"/>
              </a:rPr>
              <a:t>(From previous slides) ΔRc ~ [-0.7, -0.3] GV possible during Dst enhacements</a:t>
            </a:r>
          </a:p>
        </p:txBody>
      </p:sp>
    </p:spTree>
    <p:extLst>
      <p:ext uri="{BB962C8B-B14F-4D97-AF65-F5344CB8AC3E}">
        <p14:creationId xmlns:p14="http://schemas.microsoft.com/office/powerpoint/2010/main" val="3148205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7BD45-4E68-64CF-4124-9B30D28E46C2}"/>
              </a:ext>
            </a:extLst>
          </p:cNvPr>
          <p:cNvSpPr>
            <a:spLocks noGrp="1"/>
          </p:cNvSpPr>
          <p:nvPr>
            <p:ph type="title"/>
          </p:nvPr>
        </p:nvSpPr>
        <p:spPr/>
        <p:txBody>
          <a:bodyPr/>
          <a:lstStyle/>
          <a:p>
            <a:r>
              <a:rPr lang="en-US">
                <a:cs typeface="Calibri Light"/>
              </a:rPr>
              <a:t>Geant4 GCR Model</a:t>
            </a:r>
            <a:endParaRPr lang="en-US"/>
          </a:p>
        </p:txBody>
      </p:sp>
      <p:pic>
        <p:nvPicPr>
          <p:cNvPr id="4" name="Content Placeholder 3" descr="A graph of energy flux and energy flux&#10;&#10;Description automatically generated">
            <a:extLst>
              <a:ext uri="{FF2B5EF4-FFF2-40B4-BE49-F238E27FC236}">
                <a16:creationId xmlns:a16="http://schemas.microsoft.com/office/drawing/2014/main" id="{78328A66-BC6E-C81D-04B2-A557FEE43FC6}"/>
              </a:ext>
            </a:extLst>
          </p:cNvPr>
          <p:cNvPicPr>
            <a:picLocks noGrp="1" noChangeAspect="1"/>
          </p:cNvPicPr>
          <p:nvPr>
            <p:ph idx="1"/>
          </p:nvPr>
        </p:nvPicPr>
        <p:blipFill rotWithShape="1">
          <a:blip r:embed="rId2"/>
          <a:srcRect r="49847" b="-287"/>
          <a:stretch/>
        </p:blipFill>
        <p:spPr>
          <a:xfrm>
            <a:off x="5468322" y="3367987"/>
            <a:ext cx="3195220" cy="3444389"/>
          </a:xfrm>
        </p:spPr>
      </p:pic>
      <p:pic>
        <p:nvPicPr>
          <p:cNvPr id="6" name="Content Placeholder 3" descr="A graph of energy flux and energy flux&#10;&#10;Description automatically generated">
            <a:extLst>
              <a:ext uri="{FF2B5EF4-FFF2-40B4-BE49-F238E27FC236}">
                <a16:creationId xmlns:a16="http://schemas.microsoft.com/office/drawing/2014/main" id="{2AD1637F-5472-8905-14CC-07728619AFF5}"/>
              </a:ext>
            </a:extLst>
          </p:cNvPr>
          <p:cNvPicPr>
            <a:picLocks noChangeAspect="1"/>
          </p:cNvPicPr>
          <p:nvPr/>
        </p:nvPicPr>
        <p:blipFill rotWithShape="1">
          <a:blip r:embed="rId2"/>
          <a:srcRect l="49850" b="-280"/>
          <a:stretch/>
        </p:blipFill>
        <p:spPr>
          <a:xfrm>
            <a:off x="8586097" y="3364314"/>
            <a:ext cx="3194999" cy="3434972"/>
          </a:xfrm>
          <a:prstGeom prst="rect">
            <a:avLst/>
          </a:prstGeom>
        </p:spPr>
      </p:pic>
      <p:sp>
        <p:nvSpPr>
          <p:cNvPr id="7" name="TextBox 6">
            <a:extLst>
              <a:ext uri="{FF2B5EF4-FFF2-40B4-BE49-F238E27FC236}">
                <a16:creationId xmlns:a16="http://schemas.microsoft.com/office/drawing/2014/main" id="{F8FCDB4A-E3B4-0C70-F7B8-D078A5261008}"/>
              </a:ext>
            </a:extLst>
          </p:cNvPr>
          <p:cNvSpPr txBox="1"/>
          <p:nvPr/>
        </p:nvSpPr>
        <p:spPr>
          <a:xfrm>
            <a:off x="459037" y="1716794"/>
            <a:ext cx="496677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cs typeface="Calibri"/>
              </a:rPr>
              <a:t>Input: GCR proton spectrum</a:t>
            </a:r>
          </a:p>
          <a:p>
            <a:pPr marL="285750" indent="-285750">
              <a:buFont typeface="Arial"/>
              <a:buChar char="•"/>
            </a:pPr>
            <a:r>
              <a:rPr lang="en-US" sz="1600">
                <a:cs typeface="Calibri"/>
              </a:rPr>
              <a:t>X-axis scaling on right figures arbitrary </a:t>
            </a:r>
          </a:p>
          <a:p>
            <a:pPr marL="285750" indent="-285750">
              <a:buFont typeface="Arial"/>
              <a:buChar char="•"/>
            </a:pPr>
            <a:r>
              <a:rPr lang="en-US" sz="1600">
                <a:cs typeface="Calibri"/>
              </a:rPr>
              <a:t>Computationally expensive</a:t>
            </a:r>
          </a:p>
          <a:p>
            <a:pPr marL="742950" lvl="1" indent="-285750">
              <a:buFont typeface="Courier New"/>
              <a:buChar char="o"/>
            </a:pPr>
            <a:r>
              <a:rPr lang="en-US" sz="1400">
                <a:cs typeface="Calibri"/>
              </a:rPr>
              <a:t>~10</a:t>
            </a:r>
            <a:r>
              <a:rPr lang="en-US" sz="1400" baseline="30000">
                <a:cs typeface="Calibri"/>
              </a:rPr>
              <a:t>5</a:t>
            </a:r>
            <a:r>
              <a:rPr lang="en-US" sz="1400">
                <a:cs typeface="Calibri"/>
              </a:rPr>
              <a:t> secondaries per initial GCR </a:t>
            </a:r>
          </a:p>
          <a:p>
            <a:pPr marL="285750" indent="-285750">
              <a:buFont typeface="Arial"/>
              <a:buChar char="•"/>
            </a:pPr>
            <a:r>
              <a:rPr lang="en-US" sz="1600">
                <a:cs typeface="Calibri"/>
              </a:rPr>
              <a:t>Large input space</a:t>
            </a:r>
          </a:p>
          <a:p>
            <a:pPr marL="742950" lvl="1" indent="-285750">
              <a:buFont typeface="Courier New"/>
              <a:buChar char="o"/>
            </a:pPr>
            <a:r>
              <a:rPr lang="en-US" sz="1400">
                <a:cs typeface="Calibri"/>
              </a:rPr>
              <a:t>H – Fe ~ 26 atomic species</a:t>
            </a:r>
          </a:p>
          <a:p>
            <a:pPr marL="742950" lvl="1" indent="-285750">
              <a:buFont typeface="Courier New"/>
              <a:buChar char="o"/>
            </a:pPr>
            <a:r>
              <a:rPr lang="en-US" sz="1400">
                <a:cs typeface="Calibri"/>
              </a:rPr>
              <a:t>Range of ΔRc versus Rc would need to be simulated</a:t>
            </a:r>
          </a:p>
          <a:p>
            <a:pPr marL="285750" indent="-285750">
              <a:buFont typeface="Arial"/>
              <a:buChar char="•"/>
            </a:pPr>
            <a:r>
              <a:rPr lang="en-US" sz="1600">
                <a:cs typeface="Calibri"/>
              </a:rPr>
              <a:t>Errors</a:t>
            </a:r>
          </a:p>
          <a:p>
            <a:pPr marL="742950" lvl="1" indent="-285750">
              <a:buFont typeface="Courier New"/>
              <a:buChar char="o"/>
            </a:pPr>
            <a:r>
              <a:rPr lang="en-US" sz="1400">
                <a:cs typeface="Calibri"/>
              </a:rPr>
              <a:t>Particle transport &lt; 50 km needs smaller step size</a:t>
            </a:r>
          </a:p>
          <a:p>
            <a:pPr marL="742950" lvl="1" indent="-285750">
              <a:buFont typeface="Courier New"/>
              <a:buChar char="o"/>
            </a:pPr>
            <a:r>
              <a:rPr lang="en-US" sz="1400">
                <a:cs typeface="Calibri"/>
              </a:rPr>
              <a:t>Isotope decay lifetimes and re-emission needs to be handled separately </a:t>
            </a:r>
            <a:endParaRPr lang="en-US"/>
          </a:p>
          <a:p>
            <a:pPr marL="742950" lvl="1" indent="-285750">
              <a:buFont typeface="Courier New"/>
              <a:buChar char="o"/>
            </a:pPr>
            <a:r>
              <a:rPr lang="en-US" sz="1400">
                <a:cs typeface="Calibri"/>
              </a:rPr>
              <a:t>Rest of the spectrum, He – Fe, needs to be run</a:t>
            </a:r>
            <a:br>
              <a:rPr lang="en-US" sz="1400">
                <a:cs typeface="Calibri"/>
              </a:rPr>
            </a:br>
            <a:endParaRPr lang="en-US" sz="1400">
              <a:cs typeface="Calibri"/>
            </a:endParaRPr>
          </a:p>
          <a:p>
            <a:pPr marL="285750" indent="-285750">
              <a:buFont typeface="Arial"/>
              <a:buChar char="•"/>
            </a:pPr>
            <a:r>
              <a:rPr lang="en-US" sz="1600" b="1">
                <a:cs typeface="Calibri"/>
              </a:rPr>
              <a:t>Viable option, I would just need more time to tune the model to replicate the NAIRAS radiation transport code HZETRN results.</a:t>
            </a:r>
          </a:p>
          <a:p>
            <a:pPr marL="742950" lvl="1" indent="-285750">
              <a:buFont typeface="Courier New"/>
              <a:buChar char="o"/>
            </a:pPr>
            <a:r>
              <a:rPr lang="en-US" sz="1600">
                <a:cs typeface="Calibri"/>
              </a:rPr>
              <a:t>Physics list &amp; secondary propagation likely need tuning – Regener-</a:t>
            </a:r>
            <a:r>
              <a:rPr lang="en-US" sz="1600" err="1">
                <a:cs typeface="Calibri"/>
              </a:rPr>
              <a:t>Pfotzer</a:t>
            </a:r>
            <a:r>
              <a:rPr lang="en-US" sz="1600">
                <a:cs typeface="Calibri"/>
              </a:rPr>
              <a:t> maximum too high</a:t>
            </a:r>
          </a:p>
          <a:p>
            <a:pPr marL="285750" indent="-285750">
              <a:buFont typeface="Arial"/>
              <a:buChar char="•"/>
            </a:pPr>
            <a:endParaRPr lang="en-US" sz="1600">
              <a:cs typeface="Calibri"/>
            </a:endParaRPr>
          </a:p>
        </p:txBody>
      </p:sp>
      <p:pic>
        <p:nvPicPr>
          <p:cNvPr id="3" name="Picture 2" descr="A graph of a graph&#10;&#10;Description automatically generated">
            <a:extLst>
              <a:ext uri="{FF2B5EF4-FFF2-40B4-BE49-F238E27FC236}">
                <a16:creationId xmlns:a16="http://schemas.microsoft.com/office/drawing/2014/main" id="{F7C7FF5E-AC8F-1262-027F-58A04C2893B2}"/>
              </a:ext>
            </a:extLst>
          </p:cNvPr>
          <p:cNvPicPr>
            <a:picLocks noChangeAspect="1"/>
          </p:cNvPicPr>
          <p:nvPr/>
        </p:nvPicPr>
        <p:blipFill>
          <a:blip r:embed="rId3"/>
          <a:stretch>
            <a:fillRect/>
          </a:stretch>
        </p:blipFill>
        <p:spPr>
          <a:xfrm>
            <a:off x="7250799" y="32318"/>
            <a:ext cx="4737570" cy="3441944"/>
          </a:xfrm>
          <a:prstGeom prst="rect">
            <a:avLst/>
          </a:prstGeom>
        </p:spPr>
      </p:pic>
      <p:cxnSp>
        <p:nvCxnSpPr>
          <p:cNvPr id="5" name="Straight Arrow Connector 4">
            <a:extLst>
              <a:ext uri="{FF2B5EF4-FFF2-40B4-BE49-F238E27FC236}">
                <a16:creationId xmlns:a16="http://schemas.microsoft.com/office/drawing/2014/main" id="{39DE574A-C1EB-F7F9-87A1-5C7C712E11C3}"/>
              </a:ext>
            </a:extLst>
          </p:cNvPr>
          <p:cNvCxnSpPr/>
          <p:nvPr/>
        </p:nvCxnSpPr>
        <p:spPr>
          <a:xfrm flipV="1">
            <a:off x="9448800" y="700487"/>
            <a:ext cx="1795748" cy="1138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47C0426-752A-4B05-7A87-0D288E70EBDF}"/>
              </a:ext>
            </a:extLst>
          </p:cNvPr>
          <p:cNvSpPr txBox="1"/>
          <p:nvPr/>
        </p:nvSpPr>
        <p:spPr>
          <a:xfrm>
            <a:off x="7720987" y="422313"/>
            <a:ext cx="182696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GCR proton spectrum being sampled correctly</a:t>
            </a:r>
          </a:p>
        </p:txBody>
      </p:sp>
      <p:sp>
        <p:nvSpPr>
          <p:cNvPr id="9" name="TextBox 8">
            <a:extLst>
              <a:ext uri="{FF2B5EF4-FFF2-40B4-BE49-F238E27FC236}">
                <a16:creationId xmlns:a16="http://schemas.microsoft.com/office/drawing/2014/main" id="{D86E3398-8666-E777-B14F-07BC6070360E}"/>
              </a:ext>
            </a:extLst>
          </p:cNvPr>
          <p:cNvSpPr txBox="1"/>
          <p:nvPr/>
        </p:nvSpPr>
        <p:spPr>
          <a:xfrm>
            <a:off x="7675083" y="1634168"/>
            <a:ext cx="182696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Secondary proton emissions</a:t>
            </a:r>
            <a:endParaRPr lang="en-US"/>
          </a:p>
        </p:txBody>
      </p:sp>
      <p:cxnSp>
        <p:nvCxnSpPr>
          <p:cNvPr id="10" name="Straight Arrow Connector 9">
            <a:extLst>
              <a:ext uri="{FF2B5EF4-FFF2-40B4-BE49-F238E27FC236}">
                <a16:creationId xmlns:a16="http://schemas.microsoft.com/office/drawing/2014/main" id="{C1477241-5620-2EB2-F0A5-CE01985EC1B0}"/>
              </a:ext>
            </a:extLst>
          </p:cNvPr>
          <p:cNvCxnSpPr>
            <a:cxnSpLocks/>
          </p:cNvCxnSpPr>
          <p:nvPr/>
        </p:nvCxnSpPr>
        <p:spPr>
          <a:xfrm flipV="1">
            <a:off x="9311088" y="1288054"/>
            <a:ext cx="932760" cy="3433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948B0F6-801E-F517-6664-527D038D1BB6}"/>
              </a:ext>
            </a:extLst>
          </p:cNvPr>
          <p:cNvSpPr txBox="1"/>
          <p:nvPr/>
        </p:nvSpPr>
        <p:spPr>
          <a:xfrm rot="-5400000">
            <a:off x="6206167" y="1302003"/>
            <a:ext cx="182696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Occurrence CDF</a:t>
            </a:r>
            <a:endParaRPr lang="en-US"/>
          </a:p>
        </p:txBody>
      </p:sp>
      <p:sp>
        <p:nvSpPr>
          <p:cNvPr id="12" name="TextBox 11">
            <a:extLst>
              <a:ext uri="{FF2B5EF4-FFF2-40B4-BE49-F238E27FC236}">
                <a16:creationId xmlns:a16="http://schemas.microsoft.com/office/drawing/2014/main" id="{F1D05082-A14C-C3F4-A090-69A570503136}"/>
              </a:ext>
            </a:extLst>
          </p:cNvPr>
          <p:cNvSpPr txBox="1"/>
          <p:nvPr/>
        </p:nvSpPr>
        <p:spPr>
          <a:xfrm>
            <a:off x="9244987" y="192794"/>
            <a:ext cx="182696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GCR proton CDF</a:t>
            </a:r>
          </a:p>
        </p:txBody>
      </p:sp>
      <p:cxnSp>
        <p:nvCxnSpPr>
          <p:cNvPr id="13" name="Straight Arrow Connector 12">
            <a:extLst>
              <a:ext uri="{FF2B5EF4-FFF2-40B4-BE49-F238E27FC236}">
                <a16:creationId xmlns:a16="http://schemas.microsoft.com/office/drawing/2014/main" id="{AEC63313-C3D7-071B-96F9-38C9A8534700}"/>
              </a:ext>
            </a:extLst>
          </p:cNvPr>
          <p:cNvCxnSpPr>
            <a:cxnSpLocks/>
          </p:cNvCxnSpPr>
          <p:nvPr/>
        </p:nvCxnSpPr>
        <p:spPr>
          <a:xfrm>
            <a:off x="10734100" y="373654"/>
            <a:ext cx="317652" cy="605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380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D940-276E-466D-6B3A-E380D7B6EEFE}"/>
              </a:ext>
            </a:extLst>
          </p:cNvPr>
          <p:cNvSpPr>
            <a:spLocks noGrp="1"/>
          </p:cNvSpPr>
          <p:nvPr>
            <p:ph type="title"/>
          </p:nvPr>
        </p:nvSpPr>
        <p:spPr/>
        <p:txBody>
          <a:bodyPr/>
          <a:lstStyle/>
          <a:p>
            <a:r>
              <a:rPr lang="en-US">
                <a:ea typeface="Calibri Light"/>
                <a:cs typeface="Calibri Light"/>
              </a:rPr>
              <a:t>NAIRAS Analysis</a:t>
            </a:r>
            <a:endParaRPr lang="en-US"/>
          </a:p>
        </p:txBody>
      </p:sp>
      <p:pic>
        <p:nvPicPr>
          <p:cNvPr id="4" name="Content Placeholder 3" descr="A screenshot of a graph&#10;&#10;Description automatically generated">
            <a:extLst>
              <a:ext uri="{FF2B5EF4-FFF2-40B4-BE49-F238E27FC236}">
                <a16:creationId xmlns:a16="http://schemas.microsoft.com/office/drawing/2014/main" id="{E1F65478-D386-1B8D-20E2-C9EB89322538}"/>
              </a:ext>
            </a:extLst>
          </p:cNvPr>
          <p:cNvPicPr>
            <a:picLocks noGrp="1" noChangeAspect="1"/>
          </p:cNvPicPr>
          <p:nvPr>
            <p:ph idx="1"/>
          </p:nvPr>
        </p:nvPicPr>
        <p:blipFill>
          <a:blip r:embed="rId2"/>
          <a:stretch>
            <a:fillRect/>
          </a:stretch>
        </p:blipFill>
        <p:spPr>
          <a:xfrm>
            <a:off x="5088192" y="26203"/>
            <a:ext cx="6936480" cy="3580159"/>
          </a:xfrm>
        </p:spPr>
      </p:pic>
      <p:sp>
        <p:nvSpPr>
          <p:cNvPr id="3" name="TextBox 2">
            <a:extLst>
              <a:ext uri="{FF2B5EF4-FFF2-40B4-BE49-F238E27FC236}">
                <a16:creationId xmlns:a16="http://schemas.microsoft.com/office/drawing/2014/main" id="{36593CFF-2FA9-9326-B888-873C3EF09433}"/>
              </a:ext>
            </a:extLst>
          </p:cNvPr>
          <p:cNvSpPr txBox="1"/>
          <p:nvPr/>
        </p:nvSpPr>
        <p:spPr>
          <a:xfrm>
            <a:off x="165254" y="1689253"/>
            <a:ext cx="4278215" cy="57246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cs typeface="Calibri" panose="020F0502020204030204"/>
              </a:rPr>
              <a:t>NAIRAS run through the CCMC for </a:t>
            </a:r>
            <a:br>
              <a:rPr lang="en-US">
                <a:cs typeface="Calibri" panose="020F0502020204030204"/>
              </a:rPr>
            </a:br>
            <a:r>
              <a:rPr lang="en-US">
                <a:cs typeface="Calibri" panose="020F0502020204030204"/>
              </a:rPr>
              <a:t>Jan 1 – 5, 2016 as an example – 4 GB of output per run!</a:t>
            </a:r>
            <a:br>
              <a:rPr lang="en-US">
                <a:cs typeface="Calibri" panose="020F0502020204030204"/>
              </a:rPr>
            </a:br>
            <a:endParaRPr lang="en-US">
              <a:cs typeface="Calibri" panose="020F0502020204030204"/>
            </a:endParaRPr>
          </a:p>
          <a:p>
            <a:pPr marL="285750" indent="-285750">
              <a:buFont typeface="Arial"/>
              <a:buChar char="•"/>
            </a:pPr>
            <a:r>
              <a:rPr lang="en-US">
                <a:cs typeface="Calibri" panose="020F0502020204030204"/>
              </a:rPr>
              <a:t>"Proxy analysis" -- we can utilize the NAIRAS radiation transport code HZETRN in a self-consistent way by searching the global maps for a region that is </a:t>
            </a:r>
            <a:r>
              <a:rPr lang="en-US" err="1">
                <a:cs typeface="Calibri" panose="020F0502020204030204"/>
              </a:rPr>
              <a:t>ΔRc</a:t>
            </a:r>
            <a:r>
              <a:rPr lang="en-US">
                <a:cs typeface="Calibri" panose="020F0502020204030204"/>
              </a:rPr>
              <a:t> away from our flight path</a:t>
            </a:r>
          </a:p>
          <a:p>
            <a:pPr marL="742950" lvl="1" indent="-285750">
              <a:buFont typeface="Courier New"/>
              <a:buChar char="o"/>
            </a:pPr>
            <a:r>
              <a:rPr lang="en-US">
                <a:cs typeface="Calibri" panose="020F0502020204030204"/>
              </a:rPr>
              <a:t>We'll need to account for different precipitating populations!</a:t>
            </a:r>
          </a:p>
          <a:p>
            <a:pPr marL="285750" indent="-285750">
              <a:buFont typeface="Arial"/>
              <a:buChar char="•"/>
            </a:pPr>
            <a:r>
              <a:rPr lang="en-US">
                <a:cs typeface="Calibri" panose="020F0502020204030204"/>
              </a:rPr>
              <a:t>NAIRAS outputs at each (</a:t>
            </a:r>
            <a:r>
              <a:rPr lang="en-US" err="1">
                <a:cs typeface="Calibri" panose="020F0502020204030204"/>
              </a:rPr>
              <a:t>lat</a:t>
            </a:r>
            <a:r>
              <a:rPr lang="en-US">
                <a:cs typeface="Calibri" panose="020F0502020204030204"/>
              </a:rPr>
              <a:t>, </a:t>
            </a:r>
            <a:r>
              <a:rPr lang="en-US" err="1">
                <a:cs typeface="Calibri" panose="020F0502020204030204"/>
              </a:rPr>
              <a:t>lon</a:t>
            </a:r>
            <a:r>
              <a:rPr lang="en-US">
                <a:cs typeface="Calibri" panose="020F0502020204030204"/>
              </a:rPr>
              <a:t>, alt)</a:t>
            </a:r>
          </a:p>
          <a:p>
            <a:pPr marL="742950" lvl="1" indent="-285750">
              <a:buFont typeface="Courier New"/>
              <a:buChar char="o"/>
            </a:pPr>
            <a:r>
              <a:rPr lang="en-US" sz="1600">
                <a:cs typeface="Calibri" panose="020F0502020204030204"/>
              </a:rPr>
              <a:t>Atmospheric ionization rate [cm</a:t>
            </a:r>
            <a:r>
              <a:rPr lang="en-US" sz="1600" baseline="30000">
                <a:cs typeface="Calibri" panose="020F0502020204030204"/>
              </a:rPr>
              <a:t>-3 </a:t>
            </a:r>
            <a:r>
              <a:rPr lang="en-US" sz="1600">
                <a:cs typeface="Calibri" panose="020F0502020204030204"/>
              </a:rPr>
              <a:t>s</a:t>
            </a:r>
            <a:r>
              <a:rPr lang="en-US" sz="1600" baseline="30000">
                <a:cs typeface="Calibri" panose="020F0502020204030204"/>
              </a:rPr>
              <a:t>-1</a:t>
            </a:r>
            <a:r>
              <a:rPr lang="en-US" sz="1600">
                <a:cs typeface="Calibri" panose="020F0502020204030204"/>
              </a:rPr>
              <a:t>]</a:t>
            </a:r>
          </a:p>
          <a:p>
            <a:pPr marL="742950" lvl="1" indent="-285750">
              <a:buFont typeface="Courier New"/>
              <a:buChar char="o"/>
            </a:pPr>
            <a:r>
              <a:rPr lang="en-US" sz="1600">
                <a:cs typeface="Calibri" panose="020F0502020204030204"/>
              </a:rPr>
              <a:t>Silicon absorbed dose rate [</a:t>
            </a:r>
            <a:r>
              <a:rPr lang="en-US" sz="1600" err="1">
                <a:cs typeface="Calibri" panose="020F0502020204030204"/>
              </a:rPr>
              <a:t>uGy</a:t>
            </a:r>
            <a:r>
              <a:rPr lang="en-US" sz="1600">
                <a:cs typeface="Calibri" panose="020F0502020204030204"/>
              </a:rPr>
              <a:t>/</a:t>
            </a:r>
            <a:r>
              <a:rPr lang="en-US" sz="1600" err="1">
                <a:cs typeface="Calibri" panose="020F0502020204030204"/>
              </a:rPr>
              <a:t>hr</a:t>
            </a:r>
            <a:r>
              <a:rPr lang="en-US" sz="1600">
                <a:cs typeface="Calibri" panose="020F0502020204030204"/>
              </a:rPr>
              <a:t>]</a:t>
            </a:r>
          </a:p>
          <a:p>
            <a:pPr marL="742950" lvl="1" indent="-285750">
              <a:buFont typeface="Courier New"/>
              <a:buChar char="o"/>
            </a:pPr>
            <a:r>
              <a:rPr lang="en-US" sz="1600">
                <a:cs typeface="Calibri" panose="020F0502020204030204"/>
              </a:rPr>
              <a:t>Tissue absorbed dose rate [</a:t>
            </a:r>
            <a:r>
              <a:rPr lang="en-US" sz="1600" err="1">
                <a:cs typeface="Calibri" panose="020F0502020204030204"/>
              </a:rPr>
              <a:t>uGy</a:t>
            </a:r>
            <a:r>
              <a:rPr lang="en-US" sz="1600">
                <a:cs typeface="Calibri" panose="020F0502020204030204"/>
              </a:rPr>
              <a:t>/</a:t>
            </a:r>
            <a:r>
              <a:rPr lang="en-US" sz="1600" err="1">
                <a:cs typeface="Calibri" panose="020F0502020204030204"/>
              </a:rPr>
              <a:t>hr</a:t>
            </a:r>
            <a:r>
              <a:rPr lang="en-US" sz="1600">
                <a:cs typeface="Calibri" panose="020F0502020204030204"/>
              </a:rPr>
              <a:t>]</a:t>
            </a:r>
          </a:p>
          <a:p>
            <a:pPr marL="742950" lvl="1" indent="-285750">
              <a:buFont typeface="Courier New"/>
              <a:buChar char="o"/>
            </a:pPr>
            <a:r>
              <a:rPr lang="en-US" sz="1600">
                <a:cs typeface="Calibri" panose="020F0502020204030204"/>
              </a:rPr>
              <a:t>Tissue Dose Equivalent rate [</a:t>
            </a:r>
            <a:r>
              <a:rPr lang="en-US" sz="1600" err="1">
                <a:cs typeface="Calibri" panose="020F0502020204030204"/>
              </a:rPr>
              <a:t>uSv</a:t>
            </a:r>
            <a:r>
              <a:rPr lang="en-US" sz="1600">
                <a:cs typeface="Calibri" panose="020F0502020204030204"/>
              </a:rPr>
              <a:t>/</a:t>
            </a:r>
            <a:r>
              <a:rPr lang="en-US" sz="1600" err="1">
                <a:cs typeface="Calibri" panose="020F0502020204030204"/>
              </a:rPr>
              <a:t>hr</a:t>
            </a:r>
            <a:r>
              <a:rPr lang="en-US" sz="1600">
                <a:cs typeface="Calibri" panose="020F0502020204030204"/>
              </a:rPr>
              <a:t>]</a:t>
            </a:r>
          </a:p>
          <a:p>
            <a:pPr marL="742950" lvl="1" indent="-285750">
              <a:buFont typeface="Courier New"/>
              <a:buChar char="o"/>
            </a:pPr>
            <a:r>
              <a:rPr lang="en-US" sz="1600">
                <a:cs typeface="Calibri" panose="020F0502020204030204"/>
              </a:rPr>
              <a:t>Ambient Dose Equivalent Rate [</a:t>
            </a:r>
            <a:r>
              <a:rPr lang="en-US" sz="1600" err="1">
                <a:cs typeface="Calibri" panose="020F0502020204030204"/>
              </a:rPr>
              <a:t>uSv</a:t>
            </a:r>
            <a:r>
              <a:rPr lang="en-US" sz="1600">
                <a:cs typeface="Calibri" panose="020F0502020204030204"/>
              </a:rPr>
              <a:t>/</a:t>
            </a:r>
            <a:r>
              <a:rPr lang="en-US" sz="1600" err="1">
                <a:cs typeface="Calibri" panose="020F0502020204030204"/>
              </a:rPr>
              <a:t>hr</a:t>
            </a:r>
            <a:r>
              <a:rPr lang="en-US" sz="1600">
                <a:cs typeface="Calibri" panose="020F0502020204030204"/>
              </a:rPr>
              <a:t>]</a:t>
            </a:r>
          </a:p>
          <a:p>
            <a:pPr marL="742950" lvl="1" indent="-285750">
              <a:buFont typeface="Courier New"/>
              <a:buChar char="o"/>
            </a:pPr>
            <a:r>
              <a:rPr lang="en-US" sz="1600">
                <a:cs typeface="Calibri" panose="020F0502020204030204"/>
              </a:rPr>
              <a:t>Effective Dose Rate [</a:t>
            </a:r>
            <a:r>
              <a:rPr lang="en-US" sz="1600" err="1">
                <a:cs typeface="Calibri" panose="020F0502020204030204"/>
              </a:rPr>
              <a:t>uSv</a:t>
            </a:r>
            <a:r>
              <a:rPr lang="en-US" sz="1600">
                <a:cs typeface="Calibri" panose="020F0502020204030204"/>
              </a:rPr>
              <a:t>/</a:t>
            </a:r>
            <a:r>
              <a:rPr lang="en-US" sz="1600" err="1">
                <a:cs typeface="Calibri" panose="020F0502020204030204"/>
              </a:rPr>
              <a:t>hr</a:t>
            </a:r>
            <a:r>
              <a:rPr lang="en-US" sz="1600">
                <a:cs typeface="Calibri" panose="020F0502020204030204"/>
              </a:rPr>
              <a:t>]</a:t>
            </a:r>
          </a:p>
          <a:p>
            <a:pPr marL="742950" lvl="1" indent="-285750">
              <a:buFont typeface="Courier New"/>
              <a:buChar char="o"/>
            </a:pPr>
            <a:endParaRPr lang="en-US">
              <a:cs typeface="Calibri" panose="020F0502020204030204"/>
            </a:endParaRPr>
          </a:p>
          <a:p>
            <a:pPr marL="742950" lvl="1" indent="-285750">
              <a:buFont typeface="Courier New"/>
              <a:buChar char="o"/>
            </a:pPr>
            <a:endParaRPr lang="en-US">
              <a:cs typeface="Calibri" panose="020F0502020204030204"/>
            </a:endParaRPr>
          </a:p>
          <a:p>
            <a:pPr marL="285750" indent="-285750">
              <a:buFont typeface="Arial"/>
              <a:buChar char="•"/>
            </a:pPr>
            <a:endParaRPr lang="en-US">
              <a:cs typeface="Calibri" panose="020F0502020204030204"/>
            </a:endParaRPr>
          </a:p>
        </p:txBody>
      </p:sp>
      <p:pic>
        <p:nvPicPr>
          <p:cNvPr id="5" name="Picture 4" descr="A graph with a line&#10;&#10;Description automatically generated">
            <a:extLst>
              <a:ext uri="{FF2B5EF4-FFF2-40B4-BE49-F238E27FC236}">
                <a16:creationId xmlns:a16="http://schemas.microsoft.com/office/drawing/2014/main" id="{FA3D5245-6ED2-6433-F9D4-E94DD71BE212}"/>
              </a:ext>
            </a:extLst>
          </p:cNvPr>
          <p:cNvPicPr>
            <a:picLocks noChangeAspect="1"/>
          </p:cNvPicPr>
          <p:nvPr/>
        </p:nvPicPr>
        <p:blipFill>
          <a:blip r:embed="rId3"/>
          <a:stretch>
            <a:fillRect/>
          </a:stretch>
        </p:blipFill>
        <p:spPr>
          <a:xfrm>
            <a:off x="6707437" y="3426267"/>
            <a:ext cx="3147151" cy="3429874"/>
          </a:xfrm>
          <a:prstGeom prst="rect">
            <a:avLst/>
          </a:prstGeom>
        </p:spPr>
      </p:pic>
      <p:cxnSp>
        <p:nvCxnSpPr>
          <p:cNvPr id="7" name="Straight Arrow Connector 6">
            <a:extLst>
              <a:ext uri="{FF2B5EF4-FFF2-40B4-BE49-F238E27FC236}">
                <a16:creationId xmlns:a16="http://schemas.microsoft.com/office/drawing/2014/main" id="{0657EA09-4113-5D1E-7015-C96991E1C5A9}"/>
              </a:ext>
            </a:extLst>
          </p:cNvPr>
          <p:cNvCxnSpPr/>
          <p:nvPr/>
        </p:nvCxnSpPr>
        <p:spPr>
          <a:xfrm flipH="1">
            <a:off x="9670628" y="5666914"/>
            <a:ext cx="719769" cy="3819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8371C08-F48F-3835-DAB4-53B2CE0A9B80}"/>
              </a:ext>
            </a:extLst>
          </p:cNvPr>
          <p:cNvSpPr txBox="1"/>
          <p:nvPr/>
        </p:nvSpPr>
        <p:spPr>
          <a:xfrm>
            <a:off x="10466024" y="5177928"/>
            <a:ext cx="123021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Regener-Pfotzer ionization maximum</a:t>
            </a:r>
            <a:endParaRPr lang="en-US"/>
          </a:p>
        </p:txBody>
      </p:sp>
    </p:spTree>
    <p:extLst>
      <p:ext uri="{BB962C8B-B14F-4D97-AF65-F5344CB8AC3E}">
        <p14:creationId xmlns:p14="http://schemas.microsoft.com/office/powerpoint/2010/main" val="2347354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A282C-87B2-8154-97E5-8690C277E53B}"/>
              </a:ext>
            </a:extLst>
          </p:cNvPr>
          <p:cNvSpPr>
            <a:spLocks noGrp="1"/>
          </p:cNvSpPr>
          <p:nvPr>
            <p:ph type="title"/>
          </p:nvPr>
        </p:nvSpPr>
        <p:spPr/>
        <p:txBody>
          <a:bodyPr/>
          <a:lstStyle/>
          <a:p>
            <a:r>
              <a:rPr lang="en-US">
                <a:cs typeface="Calibri Light"/>
              </a:rPr>
              <a:t>NAIRAS Analysis</a:t>
            </a:r>
            <a:endParaRPr lang="en-US"/>
          </a:p>
        </p:txBody>
      </p:sp>
      <p:pic>
        <p:nvPicPr>
          <p:cNvPr id="4" name="Content Placeholder 3">
            <a:extLst>
              <a:ext uri="{FF2B5EF4-FFF2-40B4-BE49-F238E27FC236}">
                <a16:creationId xmlns:a16="http://schemas.microsoft.com/office/drawing/2014/main" id="{5C22D9D0-9DE0-68F3-9B32-58492FDFE85A}"/>
              </a:ext>
            </a:extLst>
          </p:cNvPr>
          <p:cNvPicPr>
            <a:picLocks noGrp="1" noChangeAspect="1"/>
          </p:cNvPicPr>
          <p:nvPr>
            <p:ph idx="1"/>
          </p:nvPr>
        </p:nvPicPr>
        <p:blipFill>
          <a:blip r:embed="rId2"/>
          <a:stretch>
            <a:fillRect/>
          </a:stretch>
        </p:blipFill>
        <p:spPr>
          <a:xfrm>
            <a:off x="5853965" y="826052"/>
            <a:ext cx="6286853" cy="2606675"/>
          </a:xfrm>
        </p:spPr>
      </p:pic>
      <p:pic>
        <p:nvPicPr>
          <p:cNvPr id="5" name="Picture 4">
            <a:extLst>
              <a:ext uri="{FF2B5EF4-FFF2-40B4-BE49-F238E27FC236}">
                <a16:creationId xmlns:a16="http://schemas.microsoft.com/office/drawing/2014/main" id="{9868A302-9E7C-F990-191D-A3E7B6178D9A}"/>
              </a:ext>
            </a:extLst>
          </p:cNvPr>
          <p:cNvPicPr>
            <a:picLocks noChangeAspect="1"/>
          </p:cNvPicPr>
          <p:nvPr/>
        </p:nvPicPr>
        <p:blipFill>
          <a:blip r:embed="rId3"/>
          <a:stretch>
            <a:fillRect/>
          </a:stretch>
        </p:blipFill>
        <p:spPr>
          <a:xfrm>
            <a:off x="5853289" y="3845146"/>
            <a:ext cx="6280385" cy="2516746"/>
          </a:xfrm>
          <a:prstGeom prst="rect">
            <a:avLst/>
          </a:prstGeom>
        </p:spPr>
      </p:pic>
      <p:sp>
        <p:nvSpPr>
          <p:cNvPr id="6" name="TextBox 5">
            <a:extLst>
              <a:ext uri="{FF2B5EF4-FFF2-40B4-BE49-F238E27FC236}">
                <a16:creationId xmlns:a16="http://schemas.microsoft.com/office/drawing/2014/main" id="{496F19E4-0A24-5B86-FAA5-2ECEF1FF3AF4}"/>
              </a:ext>
            </a:extLst>
          </p:cNvPr>
          <p:cNvSpPr txBox="1"/>
          <p:nvPr/>
        </p:nvSpPr>
        <p:spPr>
          <a:xfrm>
            <a:off x="293783" y="1716794"/>
            <a:ext cx="5132023" cy="504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cs typeface="Calibri"/>
              </a:rPr>
              <a:t>Cutoff rigidity Rc and effective dose rate at 11 km Ḋ</a:t>
            </a:r>
            <a:r>
              <a:rPr lang="en-US" baseline="-25000">
                <a:cs typeface="Calibri"/>
              </a:rPr>
              <a:t>11</a:t>
            </a:r>
            <a:r>
              <a:rPr lang="en-US">
                <a:cs typeface="Calibri"/>
              </a:rPr>
              <a:t> plotted</a:t>
            </a:r>
            <a:br>
              <a:rPr lang="en-US">
                <a:cs typeface="Calibri"/>
              </a:rPr>
            </a:br>
            <a:endParaRPr lang="en-US">
              <a:cs typeface="Calibri"/>
            </a:endParaRPr>
          </a:p>
          <a:p>
            <a:pPr marL="285750" indent="-285750">
              <a:buFont typeface="Arial"/>
              <a:buChar char="•"/>
            </a:pPr>
            <a:r>
              <a:rPr lang="en-US">
                <a:cs typeface="Calibri"/>
              </a:rPr>
              <a:t>Ḋ</a:t>
            </a:r>
            <a:r>
              <a:rPr lang="en-US" baseline="-25000">
                <a:cs typeface="Calibri"/>
              </a:rPr>
              <a:t>11</a:t>
            </a:r>
            <a:r>
              <a:rPr lang="en-US">
                <a:cs typeface="Calibri"/>
              </a:rPr>
              <a:t> vs. Rc segmented by </a:t>
            </a:r>
          </a:p>
          <a:p>
            <a:pPr marL="742950" lvl="1" indent="-285750">
              <a:buFont typeface="Courier New"/>
              <a:buChar char="o"/>
            </a:pPr>
            <a:r>
              <a:rPr lang="en-US" sz="1600">
                <a:cs typeface="Calibri"/>
              </a:rPr>
              <a:t>northern/southern hemisphere</a:t>
            </a:r>
          </a:p>
          <a:p>
            <a:pPr marL="742950" lvl="1" indent="-285750">
              <a:buFont typeface="Courier New"/>
              <a:buChar char="o"/>
            </a:pPr>
            <a:r>
              <a:rPr lang="en-US" sz="1600">
                <a:cs typeface="Calibri"/>
              </a:rPr>
              <a:t>before/after SAA</a:t>
            </a:r>
          </a:p>
          <a:p>
            <a:pPr marL="742950" lvl="1" indent="-285750">
              <a:buFont typeface="Courier New"/>
              <a:buChar char="o"/>
            </a:pPr>
            <a:r>
              <a:rPr lang="en-US" sz="1600">
                <a:cs typeface="Calibri"/>
              </a:rPr>
              <a:t>No significant difference in 2nd degree polynomial fit to data based on geodetic segmentation</a:t>
            </a:r>
            <a:br>
              <a:rPr lang="en-US" sz="1600">
                <a:cs typeface="Calibri"/>
              </a:rPr>
            </a:br>
            <a:endParaRPr lang="en-US" sz="1600">
              <a:cs typeface="Calibri"/>
            </a:endParaRPr>
          </a:p>
          <a:p>
            <a:pPr marL="285750" indent="-285750">
              <a:buFont typeface="Arial"/>
              <a:buChar char="•"/>
            </a:pPr>
            <a:r>
              <a:rPr lang="en-US">
                <a:cs typeface="Calibri"/>
              </a:rPr>
              <a:t>Plotted right, bottom row:</a:t>
            </a:r>
          </a:p>
          <a:p>
            <a:pPr marL="742950" lvl="1" indent="-285750">
              <a:buFont typeface="Courier New"/>
              <a:buChar char="o"/>
            </a:pPr>
            <a:r>
              <a:rPr lang="en-US" sz="1600">
                <a:cs typeface="Calibri"/>
              </a:rPr>
              <a:t>-ΔḊ</a:t>
            </a:r>
            <a:r>
              <a:rPr lang="en-US" sz="1600" baseline="-25000">
                <a:cs typeface="Calibri"/>
              </a:rPr>
              <a:t>11</a:t>
            </a:r>
            <a:r>
              <a:rPr lang="en-US" sz="1600">
                <a:cs typeface="Calibri"/>
              </a:rPr>
              <a:t> / </a:t>
            </a:r>
            <a:r>
              <a:rPr lang="en-US" sz="1600" err="1">
                <a:cs typeface="Calibri"/>
              </a:rPr>
              <a:t>ΔRc</a:t>
            </a:r>
            <a:r>
              <a:rPr lang="en-US" sz="1600">
                <a:cs typeface="Calibri"/>
              </a:rPr>
              <a:t> calculated analytically – change in effective dose rate at 11 km versus cutoff rigidity</a:t>
            </a:r>
          </a:p>
          <a:p>
            <a:pPr marL="742950" lvl="1" indent="-285750">
              <a:buFont typeface="Courier New"/>
              <a:buChar char="o"/>
            </a:pPr>
            <a:r>
              <a:rPr lang="en-US" sz="1600">
                <a:cs typeface="Calibri"/>
              </a:rPr>
              <a:t>-(1 / Ḋ</a:t>
            </a:r>
            <a:r>
              <a:rPr lang="en-US" sz="1600" baseline="-25000">
                <a:cs typeface="Calibri"/>
              </a:rPr>
              <a:t>11</a:t>
            </a:r>
            <a:r>
              <a:rPr lang="en-US" sz="1600">
                <a:cs typeface="Calibri"/>
              </a:rPr>
              <a:t> ) ΔḊ</a:t>
            </a:r>
            <a:r>
              <a:rPr lang="en-US" sz="1600" baseline="-25000">
                <a:cs typeface="Calibri"/>
              </a:rPr>
              <a:t>11</a:t>
            </a:r>
            <a:r>
              <a:rPr lang="en-US" sz="1600">
                <a:cs typeface="Calibri"/>
              </a:rPr>
              <a:t> / </a:t>
            </a:r>
            <a:r>
              <a:rPr lang="en-US" sz="1600" err="1">
                <a:cs typeface="Calibri"/>
              </a:rPr>
              <a:t>ΔRc</a:t>
            </a:r>
            <a:r>
              <a:rPr lang="en-US" sz="1600">
                <a:cs typeface="Calibri"/>
              </a:rPr>
              <a:t> -- percent change in effective dose rate with changing cutoff rigidity versus cutoff rigidity</a:t>
            </a:r>
          </a:p>
          <a:p>
            <a:pPr marL="285750" indent="-285750">
              <a:buFont typeface="Arial"/>
              <a:buChar char="•"/>
            </a:pPr>
            <a:r>
              <a:rPr lang="en-US" b="1">
                <a:cs typeface="Calibri"/>
              </a:rPr>
              <a:t>Non-storm time NAIRAS run – maximum change of ~10% to Ḋ</a:t>
            </a:r>
            <a:r>
              <a:rPr lang="en-US" b="1" baseline="-25000">
                <a:cs typeface="Calibri"/>
              </a:rPr>
              <a:t>11</a:t>
            </a:r>
            <a:r>
              <a:rPr lang="en-US" b="1">
                <a:cs typeface="Calibri"/>
              </a:rPr>
              <a:t> with </a:t>
            </a:r>
            <a:r>
              <a:rPr lang="en-US" b="1" err="1">
                <a:cs typeface="Calibri"/>
              </a:rPr>
              <a:t>ΔRc</a:t>
            </a:r>
            <a:r>
              <a:rPr lang="en-US" b="1">
                <a:cs typeface="Calibri"/>
              </a:rPr>
              <a:t> ~ 1 GV – not enough to explain enhancement in dose rate signal</a:t>
            </a:r>
          </a:p>
          <a:p>
            <a:pPr marL="742950" lvl="1" indent="-285750">
              <a:buFont typeface="Courier New"/>
              <a:buChar char="o"/>
            </a:pPr>
            <a:endParaRPr lang="en-US">
              <a:cs typeface="Calibri"/>
            </a:endParaRPr>
          </a:p>
        </p:txBody>
      </p:sp>
      <p:cxnSp>
        <p:nvCxnSpPr>
          <p:cNvPr id="7" name="Straight Arrow Connector 6">
            <a:extLst>
              <a:ext uri="{FF2B5EF4-FFF2-40B4-BE49-F238E27FC236}">
                <a16:creationId xmlns:a16="http://schemas.microsoft.com/office/drawing/2014/main" id="{9CEEE6EE-4B4E-2A5D-5C31-CDAE29C5D891}"/>
              </a:ext>
            </a:extLst>
          </p:cNvPr>
          <p:cNvCxnSpPr/>
          <p:nvPr/>
        </p:nvCxnSpPr>
        <p:spPr>
          <a:xfrm>
            <a:off x="9770125" y="3981679"/>
            <a:ext cx="5508" cy="198854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2B07971-D088-F0A5-36AE-FDA72EEA08AD}"/>
              </a:ext>
            </a:extLst>
          </p:cNvPr>
          <p:cNvCxnSpPr>
            <a:cxnSpLocks/>
          </p:cNvCxnSpPr>
          <p:nvPr/>
        </p:nvCxnSpPr>
        <p:spPr>
          <a:xfrm>
            <a:off x="10403594" y="3990860"/>
            <a:ext cx="5508" cy="198854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A46F77F-8E50-0432-EB33-910CD485CACD}"/>
              </a:ext>
            </a:extLst>
          </p:cNvPr>
          <p:cNvSpPr txBox="1"/>
          <p:nvPr/>
        </p:nvSpPr>
        <p:spPr>
          <a:xfrm>
            <a:off x="9731565" y="3892627"/>
            <a:ext cx="141383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Calibri"/>
              </a:rPr>
              <a:t>40</a:t>
            </a:r>
            <a:r>
              <a:rPr lang="en-US" sz="1200" baseline="30000">
                <a:cs typeface="Calibri"/>
              </a:rPr>
              <a:t>o</a:t>
            </a:r>
            <a:r>
              <a:rPr lang="en-US" sz="1200">
                <a:cs typeface="Calibri"/>
              </a:rPr>
              <a:t> – 60</a:t>
            </a:r>
            <a:r>
              <a:rPr lang="en-US" sz="1200" baseline="30000">
                <a:cs typeface="Calibri"/>
              </a:rPr>
              <a:t>o</a:t>
            </a:r>
            <a:r>
              <a:rPr lang="en-US" sz="1200">
                <a:cs typeface="Calibri"/>
              </a:rPr>
              <a:t> </a:t>
            </a:r>
            <a:br>
              <a:rPr lang="en-US" sz="1200">
                <a:cs typeface="Calibri"/>
              </a:rPr>
            </a:br>
            <a:r>
              <a:rPr lang="en-US" sz="1200">
                <a:cs typeface="Calibri"/>
              </a:rPr>
              <a:t>geodetic </a:t>
            </a:r>
            <a:br>
              <a:rPr lang="en-US" sz="1200">
                <a:cs typeface="Calibri"/>
              </a:rPr>
            </a:br>
            <a:r>
              <a:rPr lang="en-US" sz="1200">
                <a:cs typeface="Calibri"/>
              </a:rPr>
              <a:t>latitude</a:t>
            </a:r>
          </a:p>
        </p:txBody>
      </p:sp>
    </p:spTree>
    <p:extLst>
      <p:ext uri="{BB962C8B-B14F-4D97-AF65-F5344CB8AC3E}">
        <p14:creationId xmlns:p14="http://schemas.microsoft.com/office/powerpoint/2010/main" val="1546595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9610-036A-004A-E8BA-59EBCB89C7D8}"/>
              </a:ext>
            </a:extLst>
          </p:cNvPr>
          <p:cNvSpPr>
            <a:spLocks noGrp="1"/>
          </p:cNvSpPr>
          <p:nvPr>
            <p:ph type="title"/>
          </p:nvPr>
        </p:nvSpPr>
        <p:spPr/>
        <p:txBody>
          <a:bodyPr/>
          <a:lstStyle/>
          <a:p>
            <a:r>
              <a:rPr lang="en-US">
                <a:cs typeface="Calibri Light"/>
              </a:rPr>
              <a:t>NAIRAS Analysis</a:t>
            </a:r>
            <a:endParaRPr lang="en-US"/>
          </a:p>
        </p:txBody>
      </p:sp>
      <p:sp>
        <p:nvSpPr>
          <p:cNvPr id="3" name="Content Placeholder 2">
            <a:extLst>
              <a:ext uri="{FF2B5EF4-FFF2-40B4-BE49-F238E27FC236}">
                <a16:creationId xmlns:a16="http://schemas.microsoft.com/office/drawing/2014/main" id="{A8AD4C63-8D00-1143-15FC-F3F43EA7A7A1}"/>
              </a:ext>
            </a:extLst>
          </p:cNvPr>
          <p:cNvSpPr>
            <a:spLocks noGrp="1"/>
          </p:cNvSpPr>
          <p:nvPr>
            <p:ph idx="1"/>
          </p:nvPr>
        </p:nvSpPr>
        <p:spPr>
          <a:xfrm>
            <a:off x="287357" y="1825625"/>
            <a:ext cx="7697117" cy="4351338"/>
          </a:xfrm>
        </p:spPr>
        <p:txBody>
          <a:bodyPr vert="horz" lIns="91440" tIns="45720" rIns="91440" bIns="45720" rtlCol="0" anchor="t">
            <a:normAutofit fontScale="92500" lnSpcReduction="10000"/>
          </a:bodyPr>
          <a:lstStyle/>
          <a:p>
            <a:r>
              <a:rPr lang="en-US" sz="2000">
                <a:cs typeface="Calibri"/>
              </a:rPr>
              <a:t>Next steps (if this route is to be pursued)</a:t>
            </a:r>
          </a:p>
          <a:p>
            <a:pPr lvl="1">
              <a:buFont typeface="Courier New" panose="020B0604020202020204" pitchFamily="34" charset="0"/>
              <a:buChar char="o"/>
            </a:pPr>
            <a:r>
              <a:rPr lang="en-US" sz="1800">
                <a:cs typeface="Calibri"/>
              </a:rPr>
              <a:t>Re-run NAIRAS or obtain NAIRAS results for ARMAS flight times</a:t>
            </a:r>
          </a:p>
          <a:p>
            <a:pPr lvl="1">
              <a:buFont typeface="Courier New" panose="020B0604020202020204" pitchFamily="34" charset="0"/>
              <a:buChar char="o"/>
            </a:pPr>
            <a:r>
              <a:rPr lang="en-US" sz="1800">
                <a:cs typeface="Calibri"/>
              </a:rPr>
              <a:t>Create global dose rate-cutoff rigidity sensitivity curve </a:t>
            </a:r>
            <a:br>
              <a:rPr lang="en-US" sz="1800">
                <a:cs typeface="Calibri"/>
              </a:rPr>
            </a:br>
            <a:r>
              <a:rPr lang="en-US" sz="1800">
                <a:cs typeface="Calibri"/>
              </a:rPr>
              <a:t>β = -(1 / Ḋ</a:t>
            </a:r>
            <a:r>
              <a:rPr lang="en-US" sz="1800" baseline="-25000">
                <a:cs typeface="Calibri"/>
              </a:rPr>
              <a:t>11</a:t>
            </a:r>
            <a:r>
              <a:rPr lang="en-US" sz="1800">
                <a:cs typeface="Calibri"/>
              </a:rPr>
              <a:t> ) ΔḊ</a:t>
            </a:r>
            <a:r>
              <a:rPr lang="en-US" sz="1800" baseline="-25000">
                <a:cs typeface="Calibri"/>
              </a:rPr>
              <a:t>11</a:t>
            </a:r>
            <a:r>
              <a:rPr lang="en-US" sz="1800">
                <a:cs typeface="Calibri"/>
              </a:rPr>
              <a:t> / ΔRc and compare to observed dose rate increases</a:t>
            </a:r>
          </a:p>
          <a:p>
            <a:pPr lvl="1">
              <a:buFont typeface="Courier New" panose="020B0604020202020204" pitchFamily="34" charset="0"/>
              <a:buChar char="o"/>
            </a:pPr>
            <a:r>
              <a:rPr lang="en-US" sz="1800" i="1">
                <a:cs typeface="Calibri"/>
              </a:rPr>
              <a:t>Caveat! We may be convolving the effects of different precipitating populations and cutoff rigidity, which can be ammended by:</a:t>
            </a:r>
          </a:p>
          <a:p>
            <a:pPr lvl="1">
              <a:buFont typeface="Courier New" panose="020B0604020202020204" pitchFamily="34" charset="0"/>
              <a:buChar char="o"/>
            </a:pPr>
            <a:r>
              <a:rPr lang="en-US" sz="1800">
                <a:cs typeface="Calibri"/>
              </a:rPr>
              <a:t>Tuning Geant4 model to obtain β curves directly as a function of (Rc, ΔRc) </a:t>
            </a:r>
            <a:br>
              <a:rPr lang="en-US" sz="1800">
                <a:cs typeface="Calibri"/>
              </a:rPr>
            </a:br>
            <a:endParaRPr lang="en-US" sz="1800">
              <a:cs typeface="Calibri"/>
            </a:endParaRPr>
          </a:p>
          <a:p>
            <a:r>
              <a:rPr lang="en-US" sz="2000">
                <a:cs typeface="Calibri"/>
              </a:rPr>
              <a:t>Open Question</a:t>
            </a:r>
          </a:p>
          <a:p>
            <a:pPr lvl="1">
              <a:buFont typeface="Courier New" panose="020B0604020202020204" pitchFamily="34" charset="0"/>
              <a:buChar char="o"/>
            </a:pPr>
            <a:r>
              <a:rPr lang="en-US" sz="1600">
                <a:cs typeface="Calibri"/>
              </a:rPr>
              <a:t>Various solar and geomagnetic conditions affect GCR flux incident on the atmosphere, as well as atmospheric scale heights – a more complete "proxy analysis" of NAIRAS conditions are needed to conclude if β curves can explain the observed signals</a:t>
            </a:r>
            <a:br>
              <a:rPr lang="en-US" sz="1600">
                <a:cs typeface="Calibri"/>
              </a:rPr>
            </a:br>
            <a:endParaRPr lang="en-US" sz="1600">
              <a:cs typeface="Calibri"/>
            </a:endParaRPr>
          </a:p>
          <a:p>
            <a:r>
              <a:rPr lang="en-US" sz="2000">
                <a:cs typeface="Calibri"/>
              </a:rPr>
              <a:t>Conclusion</a:t>
            </a:r>
          </a:p>
          <a:p>
            <a:pPr lvl="1">
              <a:buFont typeface="Courier New" panose="020B0604020202020204" pitchFamily="34" charset="0"/>
              <a:buChar char="o"/>
            </a:pPr>
            <a:r>
              <a:rPr lang="en-US" sz="1600">
                <a:cs typeface="Calibri"/>
              </a:rPr>
              <a:t>The NAIRAS solution on Jan 1, 2016 shows the effect of reasonable ΔRc values are not sufficient to explain enhanced radiation dose</a:t>
            </a:r>
          </a:p>
          <a:p>
            <a:pPr lvl="1">
              <a:buFont typeface="Courier New" panose="020B0604020202020204" pitchFamily="34" charset="0"/>
              <a:buChar char="o"/>
            </a:pPr>
            <a:endParaRPr lang="en-US" sz="1800">
              <a:cs typeface="Calibri"/>
            </a:endParaRPr>
          </a:p>
        </p:txBody>
      </p:sp>
      <p:pic>
        <p:nvPicPr>
          <p:cNvPr id="5" name="Picture 4" descr="A graph of a line and a line&#10;&#10;Description automatically generated">
            <a:extLst>
              <a:ext uri="{FF2B5EF4-FFF2-40B4-BE49-F238E27FC236}">
                <a16:creationId xmlns:a16="http://schemas.microsoft.com/office/drawing/2014/main" id="{432F7462-D7BE-6064-D6CB-BDB00C879235}"/>
              </a:ext>
            </a:extLst>
          </p:cNvPr>
          <p:cNvPicPr>
            <a:picLocks noChangeAspect="1"/>
          </p:cNvPicPr>
          <p:nvPr/>
        </p:nvPicPr>
        <p:blipFill rotWithShape="1">
          <a:blip r:embed="rId2"/>
          <a:srcRect l="50292"/>
          <a:stretch/>
        </p:blipFill>
        <p:spPr>
          <a:xfrm>
            <a:off x="7992398" y="1761122"/>
            <a:ext cx="3938919" cy="3177758"/>
          </a:xfrm>
          <a:prstGeom prst="rect">
            <a:avLst/>
          </a:prstGeom>
        </p:spPr>
      </p:pic>
      <p:sp>
        <p:nvSpPr>
          <p:cNvPr id="6" name="TextBox 5">
            <a:extLst>
              <a:ext uri="{FF2B5EF4-FFF2-40B4-BE49-F238E27FC236}">
                <a16:creationId xmlns:a16="http://schemas.microsoft.com/office/drawing/2014/main" id="{14419641-AB7E-A905-FC52-30038D2305D6}"/>
              </a:ext>
            </a:extLst>
          </p:cNvPr>
          <p:cNvSpPr txBox="1"/>
          <p:nvPr/>
        </p:nvSpPr>
        <p:spPr>
          <a:xfrm>
            <a:off x="8657421" y="1973855"/>
            <a:ext cx="11016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"β curve"</a:t>
            </a:r>
            <a:endParaRPr lang="en-US"/>
          </a:p>
        </p:txBody>
      </p:sp>
    </p:spTree>
    <p:extLst>
      <p:ext uri="{BB962C8B-B14F-4D97-AF65-F5344CB8AC3E}">
        <p14:creationId xmlns:p14="http://schemas.microsoft.com/office/powerpoint/2010/main" val="38941821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Geomagnetic Cutoff</vt:lpstr>
      <vt:lpstr>Geomagnetic Cutoff</vt:lpstr>
      <vt:lpstr>Increase in GCR flux due to ΔR</vt:lpstr>
      <vt:lpstr>PowerPoint Presentation</vt:lpstr>
      <vt:lpstr>GCR electrons</vt:lpstr>
      <vt:lpstr>Addendum – Cutoff Rigidity Investigation</vt:lpstr>
      <vt:lpstr>Geant4 GCR Model</vt:lpstr>
      <vt:lpstr>NAIRAS Analysis</vt:lpstr>
      <vt:lpstr>NAIRAS Analysis</vt:lpstr>
      <vt:lpstr>NAIRAS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2023-11-02T19:36:39Z</dcterms:created>
  <dcterms:modified xsi:type="dcterms:W3CDTF">2023-12-08T20:37:37Z</dcterms:modified>
</cp:coreProperties>
</file>