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58" r:id="rId5"/>
    <p:sldId id="263"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89B7AF-B706-3F8B-DC2B-065AD8055C97}" v="558" dt="2023-10-13T02:55:42.508"/>
    <p1510:client id="{9FE13B2A-EBB8-AFFA-CDC7-851022A67C5C}" v="956" dt="2023-10-10T22:52:24.022"/>
    <p1510:client id="{A09F3074-4FA6-A902-0844-C0A41A09E85C}" v="1272" dt="2023-10-13T04:30:05.375"/>
    <p1510:client id="{CA07042D-D73D-1571-B625-D7C741A3222D}" v="66" dt="2023-10-11T16:53:59.600"/>
    <p1510:client id="{E15A3439-EA92-2568-E3A1-36C96AD41338}" v="154" dt="2023-10-12T20:39:48.825"/>
    <p1510:client id="{FBD4EF0E-95F8-42F5-B559-A30113C8A6BF}" v="278" dt="2023-10-10T18:48:33.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nt Berland" userId="S::grbe8029@colorado.edu::b2a944cd-2dbd-4786-9b43-908a49ced87b" providerId="AD" clId="Web-{9FE13B2A-EBB8-AFFA-CDC7-851022A67C5C}"/>
    <pc:docChg chg="addSld modSld">
      <pc:chgData name="Grant Berland" userId="S::grbe8029@colorado.edu::b2a944cd-2dbd-4786-9b43-908a49ced87b" providerId="AD" clId="Web-{9FE13B2A-EBB8-AFFA-CDC7-851022A67C5C}" dt="2023-10-10T22:52:24.022" v="578" actId="1076"/>
      <pc:docMkLst>
        <pc:docMk/>
      </pc:docMkLst>
      <pc:sldChg chg="addSp delSp modSp">
        <pc:chgData name="Grant Berland" userId="S::grbe8029@colorado.edu::b2a944cd-2dbd-4786-9b43-908a49ced87b" providerId="AD" clId="Web-{9FE13B2A-EBB8-AFFA-CDC7-851022A67C5C}" dt="2023-10-10T22:32:12.148" v="574" actId="1076"/>
        <pc:sldMkLst>
          <pc:docMk/>
          <pc:sldMk cId="831848712" sldId="258"/>
        </pc:sldMkLst>
        <pc:spChg chg="del">
          <ac:chgData name="Grant Berland" userId="S::grbe8029@colorado.edu::b2a944cd-2dbd-4786-9b43-908a49ced87b" providerId="AD" clId="Web-{9FE13B2A-EBB8-AFFA-CDC7-851022A67C5C}" dt="2023-10-10T21:48:01.121" v="534"/>
          <ac:spMkLst>
            <pc:docMk/>
            <pc:sldMk cId="831848712" sldId="258"/>
            <ac:spMk id="3" creationId="{284B6BCE-9F44-6BF0-8337-D28697D9DB15}"/>
          </ac:spMkLst>
        </pc:spChg>
        <pc:spChg chg="mod">
          <ac:chgData name="Grant Berland" userId="S::grbe8029@colorado.edu::b2a944cd-2dbd-4786-9b43-908a49ced87b" providerId="AD" clId="Web-{9FE13B2A-EBB8-AFFA-CDC7-851022A67C5C}" dt="2023-10-10T21:47:59.808" v="533" actId="1076"/>
          <ac:spMkLst>
            <pc:docMk/>
            <pc:sldMk cId="831848712" sldId="258"/>
            <ac:spMk id="6" creationId="{DCF31F30-BEEE-7753-BA31-6D119C94F14B}"/>
          </ac:spMkLst>
        </pc:spChg>
        <pc:spChg chg="mod">
          <ac:chgData name="Grant Berland" userId="S::grbe8029@colorado.edu::b2a944cd-2dbd-4786-9b43-908a49ced87b" providerId="AD" clId="Web-{9FE13B2A-EBB8-AFFA-CDC7-851022A67C5C}" dt="2023-10-10T21:47:57.495" v="526" actId="1076"/>
          <ac:spMkLst>
            <pc:docMk/>
            <pc:sldMk cId="831848712" sldId="258"/>
            <ac:spMk id="7" creationId="{63DC955D-3BC4-DD69-CED0-5AE35385A8CA}"/>
          </ac:spMkLst>
        </pc:spChg>
        <pc:spChg chg="mod">
          <ac:chgData name="Grant Berland" userId="S::grbe8029@colorado.edu::b2a944cd-2dbd-4786-9b43-908a49ced87b" providerId="AD" clId="Web-{9FE13B2A-EBB8-AFFA-CDC7-851022A67C5C}" dt="2023-10-10T21:47:57.511" v="528" actId="1076"/>
          <ac:spMkLst>
            <pc:docMk/>
            <pc:sldMk cId="831848712" sldId="258"/>
            <ac:spMk id="12" creationId="{22FE9EB9-9F38-0617-527F-DE342DAE0C2A}"/>
          </ac:spMkLst>
        </pc:spChg>
        <pc:spChg chg="mod">
          <ac:chgData name="Grant Berland" userId="S::grbe8029@colorado.edu::b2a944cd-2dbd-4786-9b43-908a49ced87b" providerId="AD" clId="Web-{9FE13B2A-EBB8-AFFA-CDC7-851022A67C5C}" dt="2023-10-10T21:47:57.511" v="529" actId="1076"/>
          <ac:spMkLst>
            <pc:docMk/>
            <pc:sldMk cId="831848712" sldId="258"/>
            <ac:spMk id="13" creationId="{3F9B291D-E87A-8757-7714-BB67D02404FF}"/>
          </ac:spMkLst>
        </pc:spChg>
        <pc:spChg chg="mod">
          <ac:chgData name="Grant Berland" userId="S::grbe8029@colorado.edu::b2a944cd-2dbd-4786-9b43-908a49ced87b" providerId="AD" clId="Web-{9FE13B2A-EBB8-AFFA-CDC7-851022A67C5C}" dt="2023-10-10T21:47:57.511" v="530" actId="1076"/>
          <ac:spMkLst>
            <pc:docMk/>
            <pc:sldMk cId="831848712" sldId="258"/>
            <ac:spMk id="14" creationId="{26CCD3EB-A646-0974-5B8D-64E82924738C}"/>
          </ac:spMkLst>
        </pc:spChg>
        <pc:spChg chg="mod">
          <ac:chgData name="Grant Berland" userId="S::grbe8029@colorado.edu::b2a944cd-2dbd-4786-9b43-908a49ced87b" providerId="AD" clId="Web-{9FE13B2A-EBB8-AFFA-CDC7-851022A67C5C}" dt="2023-10-10T21:47:57.527" v="532" actId="1076"/>
          <ac:spMkLst>
            <pc:docMk/>
            <pc:sldMk cId="831848712" sldId="258"/>
            <ac:spMk id="16" creationId="{8834E551-7C70-6785-DBC9-638E02C4DB05}"/>
          </ac:spMkLst>
        </pc:spChg>
        <pc:spChg chg="add mod">
          <ac:chgData name="Grant Berland" userId="S::grbe8029@colorado.edu::b2a944cd-2dbd-4786-9b43-908a49ced87b" providerId="AD" clId="Web-{9FE13B2A-EBB8-AFFA-CDC7-851022A67C5C}" dt="2023-10-10T21:50:15.109" v="562" actId="20577"/>
          <ac:spMkLst>
            <pc:docMk/>
            <pc:sldMk cId="831848712" sldId="258"/>
            <ac:spMk id="19" creationId="{32F6B0AC-B610-FFDB-D7F5-1EC35309F1D3}"/>
          </ac:spMkLst>
        </pc:spChg>
        <pc:spChg chg="add mod">
          <ac:chgData name="Grant Berland" userId="S::grbe8029@colorado.edu::b2a944cd-2dbd-4786-9b43-908a49ced87b" providerId="AD" clId="Web-{9FE13B2A-EBB8-AFFA-CDC7-851022A67C5C}" dt="2023-10-10T21:50:33.625" v="568" actId="20577"/>
          <ac:spMkLst>
            <pc:docMk/>
            <pc:sldMk cId="831848712" sldId="258"/>
            <ac:spMk id="20" creationId="{E596D786-A334-81B0-9CCF-25C0E9EA90EE}"/>
          </ac:spMkLst>
        </pc:spChg>
        <pc:picChg chg="add mod">
          <ac:chgData name="Grant Berland" userId="S::grbe8029@colorado.edu::b2a944cd-2dbd-4786-9b43-908a49ced87b" providerId="AD" clId="Web-{9FE13B2A-EBB8-AFFA-CDC7-851022A67C5C}" dt="2023-10-10T22:32:12.148" v="574" actId="1076"/>
          <ac:picMkLst>
            <pc:docMk/>
            <pc:sldMk cId="831848712" sldId="258"/>
            <ac:picMk id="3" creationId="{91504FD2-53AE-8232-68F6-C61B2CA3A3D6}"/>
          </ac:picMkLst>
        </pc:picChg>
        <pc:picChg chg="add mod ord modCrop">
          <ac:chgData name="Grant Berland" userId="S::grbe8029@colorado.edu::b2a944cd-2dbd-4786-9b43-908a49ced87b" providerId="AD" clId="Web-{9FE13B2A-EBB8-AFFA-CDC7-851022A67C5C}" dt="2023-10-10T21:49:53.421" v="555" actId="1076"/>
          <ac:picMkLst>
            <pc:docMk/>
            <pc:sldMk cId="831848712" sldId="258"/>
            <ac:picMk id="17" creationId="{6AB6BA33-49A9-006E-F7DC-47836248CD08}"/>
          </ac:picMkLst>
        </pc:picChg>
        <pc:picChg chg="add mod modCrop">
          <ac:chgData name="Grant Berland" userId="S::grbe8029@colorado.edu::b2a944cd-2dbd-4786-9b43-908a49ced87b" providerId="AD" clId="Web-{9FE13B2A-EBB8-AFFA-CDC7-851022A67C5C}" dt="2023-10-10T21:50:48.953" v="570" actId="14100"/>
          <ac:picMkLst>
            <pc:docMk/>
            <pc:sldMk cId="831848712" sldId="258"/>
            <ac:picMk id="18" creationId="{BCB22F3B-F74E-F45E-F406-DC69BC42AB84}"/>
          </ac:picMkLst>
        </pc:picChg>
        <pc:cxnChg chg="mod">
          <ac:chgData name="Grant Berland" userId="S::grbe8029@colorado.edu::b2a944cd-2dbd-4786-9b43-908a49ced87b" providerId="AD" clId="Web-{9FE13B2A-EBB8-AFFA-CDC7-851022A67C5C}" dt="2023-10-10T21:47:57.480" v="524" actId="1076"/>
          <ac:cxnSpMkLst>
            <pc:docMk/>
            <pc:sldMk cId="831848712" sldId="258"/>
            <ac:cxnSpMk id="4" creationId="{E8CE2EE8-0F7B-11EC-B552-C47D16CD874E}"/>
          </ac:cxnSpMkLst>
        </pc:cxnChg>
        <pc:cxnChg chg="mod">
          <ac:chgData name="Grant Berland" userId="S::grbe8029@colorado.edu::b2a944cd-2dbd-4786-9b43-908a49ced87b" providerId="AD" clId="Web-{9FE13B2A-EBB8-AFFA-CDC7-851022A67C5C}" dt="2023-10-10T21:47:57.480" v="525" actId="1076"/>
          <ac:cxnSpMkLst>
            <pc:docMk/>
            <pc:sldMk cId="831848712" sldId="258"/>
            <ac:cxnSpMk id="5" creationId="{C8355F80-DCD2-E8C3-4837-BA76A26D01E5}"/>
          </ac:cxnSpMkLst>
        </pc:cxnChg>
        <pc:cxnChg chg="mod">
          <ac:chgData name="Grant Berland" userId="S::grbe8029@colorado.edu::b2a944cd-2dbd-4786-9b43-908a49ced87b" providerId="AD" clId="Web-{9FE13B2A-EBB8-AFFA-CDC7-851022A67C5C}" dt="2023-10-10T21:47:57.495" v="527" actId="1076"/>
          <ac:cxnSpMkLst>
            <pc:docMk/>
            <pc:sldMk cId="831848712" sldId="258"/>
            <ac:cxnSpMk id="8" creationId="{A5DC634B-09F1-F1A1-5E12-5E4195F2E471}"/>
          </ac:cxnSpMkLst>
        </pc:cxnChg>
        <pc:cxnChg chg="mod">
          <ac:chgData name="Grant Berland" userId="S::grbe8029@colorado.edu::b2a944cd-2dbd-4786-9b43-908a49ced87b" providerId="AD" clId="Web-{9FE13B2A-EBB8-AFFA-CDC7-851022A67C5C}" dt="2023-10-10T21:47:57.464" v="521" actId="1076"/>
          <ac:cxnSpMkLst>
            <pc:docMk/>
            <pc:sldMk cId="831848712" sldId="258"/>
            <ac:cxnSpMk id="9" creationId="{E21D84C5-95B1-BAA5-1665-A368BA186F8F}"/>
          </ac:cxnSpMkLst>
        </pc:cxnChg>
        <pc:cxnChg chg="mod">
          <ac:chgData name="Grant Berland" userId="S::grbe8029@colorado.edu::b2a944cd-2dbd-4786-9b43-908a49ced87b" providerId="AD" clId="Web-{9FE13B2A-EBB8-AFFA-CDC7-851022A67C5C}" dt="2023-10-10T21:47:57.464" v="522" actId="1076"/>
          <ac:cxnSpMkLst>
            <pc:docMk/>
            <pc:sldMk cId="831848712" sldId="258"/>
            <ac:cxnSpMk id="10" creationId="{EC617958-5AF7-13B0-6C83-3A7B479FB4EA}"/>
          </ac:cxnSpMkLst>
        </pc:cxnChg>
        <pc:cxnChg chg="mod">
          <ac:chgData name="Grant Berland" userId="S::grbe8029@colorado.edu::b2a944cd-2dbd-4786-9b43-908a49ced87b" providerId="AD" clId="Web-{9FE13B2A-EBB8-AFFA-CDC7-851022A67C5C}" dt="2023-10-10T21:47:57.480" v="523" actId="1076"/>
          <ac:cxnSpMkLst>
            <pc:docMk/>
            <pc:sldMk cId="831848712" sldId="258"/>
            <ac:cxnSpMk id="11" creationId="{C659CAE6-742E-C7B0-5BCF-A83BB8C2DDA0}"/>
          </ac:cxnSpMkLst>
        </pc:cxnChg>
        <pc:cxnChg chg="mod">
          <ac:chgData name="Grant Berland" userId="S::grbe8029@colorado.edu::b2a944cd-2dbd-4786-9b43-908a49ced87b" providerId="AD" clId="Web-{9FE13B2A-EBB8-AFFA-CDC7-851022A67C5C}" dt="2023-10-10T21:47:57.527" v="531" actId="1076"/>
          <ac:cxnSpMkLst>
            <pc:docMk/>
            <pc:sldMk cId="831848712" sldId="258"/>
            <ac:cxnSpMk id="15" creationId="{7B1C4E20-2623-0E84-9C47-0BC20E4E2A5A}"/>
          </ac:cxnSpMkLst>
        </pc:cxnChg>
      </pc:sldChg>
      <pc:sldChg chg="addSp modSp new">
        <pc:chgData name="Grant Berland" userId="S::grbe8029@colorado.edu::b2a944cd-2dbd-4786-9b43-908a49ced87b" providerId="AD" clId="Web-{9FE13B2A-EBB8-AFFA-CDC7-851022A67C5C}" dt="2023-10-10T19:11:06.751" v="42" actId="1076"/>
        <pc:sldMkLst>
          <pc:docMk/>
          <pc:sldMk cId="1254311180" sldId="259"/>
        </pc:sldMkLst>
        <pc:spChg chg="mod">
          <ac:chgData name="Grant Berland" userId="S::grbe8029@colorado.edu::b2a944cd-2dbd-4786-9b43-908a49ced87b" providerId="AD" clId="Web-{9FE13B2A-EBB8-AFFA-CDC7-851022A67C5C}" dt="2023-10-10T19:10:08.860" v="21" actId="20577"/>
          <ac:spMkLst>
            <pc:docMk/>
            <pc:sldMk cId="1254311180" sldId="259"/>
            <ac:spMk id="2" creationId="{1781BF90-804B-E71B-F329-854CB5A6A278}"/>
          </ac:spMkLst>
        </pc:spChg>
        <pc:spChg chg="mod">
          <ac:chgData name="Grant Berland" userId="S::grbe8029@colorado.edu::b2a944cd-2dbd-4786-9b43-908a49ced87b" providerId="AD" clId="Web-{9FE13B2A-EBB8-AFFA-CDC7-851022A67C5C}" dt="2023-10-10T19:10:43.548" v="33" actId="14100"/>
          <ac:spMkLst>
            <pc:docMk/>
            <pc:sldMk cId="1254311180" sldId="259"/>
            <ac:spMk id="3" creationId="{85A7D38E-674F-1E13-5656-1FD1D6A26344}"/>
          </ac:spMkLst>
        </pc:spChg>
        <pc:picChg chg="add mod">
          <ac:chgData name="Grant Berland" userId="S::grbe8029@colorado.edu::b2a944cd-2dbd-4786-9b43-908a49ced87b" providerId="AD" clId="Web-{9FE13B2A-EBB8-AFFA-CDC7-851022A67C5C}" dt="2023-10-10T19:10:59.564" v="38" actId="1076"/>
          <ac:picMkLst>
            <pc:docMk/>
            <pc:sldMk cId="1254311180" sldId="259"/>
            <ac:picMk id="4" creationId="{A0101A46-6EF9-F940-5338-3726DED8A413}"/>
          </ac:picMkLst>
        </pc:picChg>
        <pc:picChg chg="add mod">
          <ac:chgData name="Grant Berland" userId="S::grbe8029@colorado.edu::b2a944cd-2dbd-4786-9b43-908a49ced87b" providerId="AD" clId="Web-{9FE13B2A-EBB8-AFFA-CDC7-851022A67C5C}" dt="2023-10-10T19:11:06.751" v="42" actId="1076"/>
          <ac:picMkLst>
            <pc:docMk/>
            <pc:sldMk cId="1254311180" sldId="259"/>
            <ac:picMk id="5" creationId="{02413CDE-9CC0-8FF8-3239-03D3B440B124}"/>
          </ac:picMkLst>
        </pc:picChg>
      </pc:sldChg>
      <pc:sldChg chg="addSp delSp modSp new">
        <pc:chgData name="Grant Berland" userId="S::grbe8029@colorado.edu::b2a944cd-2dbd-4786-9b43-908a49ced87b" providerId="AD" clId="Web-{9FE13B2A-EBB8-AFFA-CDC7-851022A67C5C}" dt="2023-10-10T19:12:26.331" v="62" actId="14100"/>
        <pc:sldMkLst>
          <pc:docMk/>
          <pc:sldMk cId="2663887941" sldId="260"/>
        </pc:sldMkLst>
        <pc:spChg chg="mod">
          <ac:chgData name="Grant Berland" userId="S::grbe8029@colorado.edu::b2a944cd-2dbd-4786-9b43-908a49ced87b" providerId="AD" clId="Web-{9FE13B2A-EBB8-AFFA-CDC7-851022A67C5C}" dt="2023-10-10T19:11:37.908" v="53" actId="20577"/>
          <ac:spMkLst>
            <pc:docMk/>
            <pc:sldMk cId="2663887941" sldId="260"/>
            <ac:spMk id="2" creationId="{78FF8F12-951E-19EB-0AC2-1A9FB79EDD0D}"/>
          </ac:spMkLst>
        </pc:spChg>
        <pc:spChg chg="del mod">
          <ac:chgData name="Grant Berland" userId="S::grbe8029@colorado.edu::b2a944cd-2dbd-4786-9b43-908a49ced87b" providerId="AD" clId="Web-{9FE13B2A-EBB8-AFFA-CDC7-851022A67C5C}" dt="2023-10-10T19:11:30.049" v="45"/>
          <ac:spMkLst>
            <pc:docMk/>
            <pc:sldMk cId="2663887941" sldId="260"/>
            <ac:spMk id="3" creationId="{FD218F85-FE86-880C-5973-F60BC567FF8E}"/>
          </ac:spMkLst>
        </pc:spChg>
        <pc:spChg chg="add mod">
          <ac:chgData name="Grant Berland" userId="S::grbe8029@colorado.edu::b2a944cd-2dbd-4786-9b43-908a49ced87b" providerId="AD" clId="Web-{9FE13B2A-EBB8-AFFA-CDC7-851022A67C5C}" dt="2023-10-10T19:12:02.471" v="57" actId="20577"/>
          <ac:spMkLst>
            <pc:docMk/>
            <pc:sldMk cId="2663887941" sldId="260"/>
            <ac:spMk id="5" creationId="{7E7DF2C6-E389-E56D-8CEE-F11412A32A3A}"/>
          </ac:spMkLst>
        </pc:spChg>
        <pc:picChg chg="add mod ord">
          <ac:chgData name="Grant Berland" userId="S::grbe8029@colorado.edu::b2a944cd-2dbd-4786-9b43-908a49ced87b" providerId="AD" clId="Web-{9FE13B2A-EBB8-AFFA-CDC7-851022A67C5C}" dt="2023-10-10T19:11:32.924" v="46" actId="1076"/>
          <ac:picMkLst>
            <pc:docMk/>
            <pc:sldMk cId="2663887941" sldId="260"/>
            <ac:picMk id="4" creationId="{EBB4FAC4-87F2-42DD-9AD6-703C196F24A6}"/>
          </ac:picMkLst>
        </pc:picChg>
        <pc:picChg chg="add mod">
          <ac:chgData name="Grant Berland" userId="S::grbe8029@colorado.edu::b2a944cd-2dbd-4786-9b43-908a49ced87b" providerId="AD" clId="Web-{9FE13B2A-EBB8-AFFA-CDC7-851022A67C5C}" dt="2023-10-10T19:12:26.331" v="62" actId="14100"/>
          <ac:picMkLst>
            <pc:docMk/>
            <pc:sldMk cId="2663887941" sldId="260"/>
            <ac:picMk id="6" creationId="{405D0ADC-83A2-40BC-7827-36D95789C57A}"/>
          </ac:picMkLst>
        </pc:picChg>
      </pc:sldChg>
      <pc:sldChg chg="addSp delSp modSp new">
        <pc:chgData name="Grant Berland" userId="S::grbe8029@colorado.edu::b2a944cd-2dbd-4786-9b43-908a49ced87b" providerId="AD" clId="Web-{9FE13B2A-EBB8-AFFA-CDC7-851022A67C5C}" dt="2023-10-10T21:37:11.446" v="498" actId="20577"/>
        <pc:sldMkLst>
          <pc:docMk/>
          <pc:sldMk cId="3650743132" sldId="261"/>
        </pc:sldMkLst>
        <pc:spChg chg="mod">
          <ac:chgData name="Grant Berland" userId="S::grbe8029@colorado.edu::b2a944cd-2dbd-4786-9b43-908a49ced87b" providerId="AD" clId="Web-{9FE13B2A-EBB8-AFFA-CDC7-851022A67C5C}" dt="2023-10-10T21:13:31.250" v="75" actId="20577"/>
          <ac:spMkLst>
            <pc:docMk/>
            <pc:sldMk cId="3650743132" sldId="261"/>
            <ac:spMk id="2" creationId="{DCDF368E-8FBD-FC00-5655-D2085D759036}"/>
          </ac:spMkLst>
        </pc:spChg>
        <pc:spChg chg="del">
          <ac:chgData name="Grant Berland" userId="S::grbe8029@colorado.edu::b2a944cd-2dbd-4786-9b43-908a49ced87b" providerId="AD" clId="Web-{9FE13B2A-EBB8-AFFA-CDC7-851022A67C5C}" dt="2023-10-10T21:13:32.906" v="76"/>
          <ac:spMkLst>
            <pc:docMk/>
            <pc:sldMk cId="3650743132" sldId="261"/>
            <ac:spMk id="3" creationId="{0242A446-CAEB-8B06-9CE8-763D4A399673}"/>
          </ac:spMkLst>
        </pc:spChg>
        <pc:spChg chg="add mod">
          <ac:chgData name="Grant Berland" userId="S::grbe8029@colorado.edu::b2a944cd-2dbd-4786-9b43-908a49ced87b" providerId="AD" clId="Web-{9FE13B2A-EBB8-AFFA-CDC7-851022A67C5C}" dt="2023-10-10T21:37:11.446" v="498" actId="20577"/>
          <ac:spMkLst>
            <pc:docMk/>
            <pc:sldMk cId="3650743132" sldId="261"/>
            <ac:spMk id="9" creationId="{D17B5E0E-C7F8-4CEE-BC14-F09C2DA227AE}"/>
          </ac:spMkLst>
        </pc:spChg>
        <pc:spChg chg="add mod">
          <ac:chgData name="Grant Berland" userId="S::grbe8029@colorado.edu::b2a944cd-2dbd-4786-9b43-908a49ced87b" providerId="AD" clId="Web-{9FE13B2A-EBB8-AFFA-CDC7-851022A67C5C}" dt="2023-10-10T21:36:09.944" v="459"/>
          <ac:spMkLst>
            <pc:docMk/>
            <pc:sldMk cId="3650743132" sldId="261"/>
            <ac:spMk id="10" creationId="{C277331F-F8AC-68DC-342C-6F854F3006ED}"/>
          </ac:spMkLst>
        </pc:spChg>
        <pc:spChg chg="add mod">
          <ac:chgData name="Grant Berland" userId="S::grbe8029@colorado.edu::b2a944cd-2dbd-4786-9b43-908a49ced87b" providerId="AD" clId="Web-{9FE13B2A-EBB8-AFFA-CDC7-851022A67C5C}" dt="2023-10-10T21:36:33.742" v="466" actId="1076"/>
          <ac:spMkLst>
            <pc:docMk/>
            <pc:sldMk cId="3650743132" sldId="261"/>
            <ac:spMk id="11" creationId="{148BE4E6-6612-5139-CE20-3A2A8654A918}"/>
          </ac:spMkLst>
        </pc:spChg>
        <pc:picChg chg="add mod ord">
          <ac:chgData name="Grant Berland" userId="S::grbe8029@colorado.edu::b2a944cd-2dbd-4786-9b43-908a49ced87b" providerId="AD" clId="Web-{9FE13B2A-EBB8-AFFA-CDC7-851022A67C5C}" dt="2023-10-10T21:13:35.359" v="77" actId="1076"/>
          <ac:picMkLst>
            <pc:docMk/>
            <pc:sldMk cId="3650743132" sldId="261"/>
            <ac:picMk id="4" creationId="{877B5210-C619-AFE9-8CDB-588917B9264C}"/>
          </ac:picMkLst>
        </pc:picChg>
        <pc:picChg chg="add del mod">
          <ac:chgData name="Grant Berland" userId="S::grbe8029@colorado.edu::b2a944cd-2dbd-4786-9b43-908a49ced87b" providerId="AD" clId="Web-{9FE13B2A-EBB8-AFFA-CDC7-851022A67C5C}" dt="2023-10-10T21:19:06.634" v="80"/>
          <ac:picMkLst>
            <pc:docMk/>
            <pc:sldMk cId="3650743132" sldId="261"/>
            <ac:picMk id="5" creationId="{FC7C2FC1-9F7E-9077-1EB3-B0FE676AB77E}"/>
          </ac:picMkLst>
        </pc:picChg>
        <pc:picChg chg="add del mod">
          <ac:chgData name="Grant Berland" userId="S::grbe8029@colorado.edu::b2a944cd-2dbd-4786-9b43-908a49ced87b" providerId="AD" clId="Web-{9FE13B2A-EBB8-AFFA-CDC7-851022A67C5C}" dt="2023-10-10T21:19:24.244" v="82"/>
          <ac:picMkLst>
            <pc:docMk/>
            <pc:sldMk cId="3650743132" sldId="261"/>
            <ac:picMk id="6" creationId="{83ECBC1A-61B5-8374-1232-E97222FC11AB}"/>
          </ac:picMkLst>
        </pc:picChg>
        <pc:picChg chg="add del mod">
          <ac:chgData name="Grant Berland" userId="S::grbe8029@colorado.edu::b2a944cd-2dbd-4786-9b43-908a49ced87b" providerId="AD" clId="Web-{9FE13B2A-EBB8-AFFA-CDC7-851022A67C5C}" dt="2023-10-10T21:20:13.230" v="90"/>
          <ac:picMkLst>
            <pc:docMk/>
            <pc:sldMk cId="3650743132" sldId="261"/>
            <ac:picMk id="7" creationId="{3FF2E835-E65E-69C9-531A-A793E3E70547}"/>
          </ac:picMkLst>
        </pc:picChg>
        <pc:picChg chg="add del mod">
          <ac:chgData name="Grant Berland" userId="S::grbe8029@colorado.edu::b2a944cd-2dbd-4786-9b43-908a49ced87b" providerId="AD" clId="Web-{9FE13B2A-EBB8-AFFA-CDC7-851022A67C5C}" dt="2023-10-10T21:20:13.230" v="89"/>
          <ac:picMkLst>
            <pc:docMk/>
            <pc:sldMk cId="3650743132" sldId="261"/>
            <ac:picMk id="8" creationId="{54B68FEF-F2CC-11A2-1590-1DAF21544A23}"/>
          </ac:picMkLst>
        </pc:picChg>
      </pc:sldChg>
      <pc:sldChg chg="addSp delSp modSp new">
        <pc:chgData name="Grant Berland" userId="S::grbe8029@colorado.edu::b2a944cd-2dbd-4786-9b43-908a49ced87b" providerId="AD" clId="Web-{9FE13B2A-EBB8-AFFA-CDC7-851022A67C5C}" dt="2023-10-10T21:37:58.260" v="520" actId="20577"/>
        <pc:sldMkLst>
          <pc:docMk/>
          <pc:sldMk cId="2131351588" sldId="262"/>
        </pc:sldMkLst>
        <pc:spChg chg="mod">
          <ac:chgData name="Grant Berland" userId="S::grbe8029@colorado.edu::b2a944cd-2dbd-4786-9b43-908a49ced87b" providerId="AD" clId="Web-{9FE13B2A-EBB8-AFFA-CDC7-851022A67C5C}" dt="2023-10-10T21:21:14.966" v="112" actId="20577"/>
          <ac:spMkLst>
            <pc:docMk/>
            <pc:sldMk cId="2131351588" sldId="262"/>
            <ac:spMk id="2" creationId="{81621A3C-6156-0996-A496-7E5E0050045D}"/>
          </ac:spMkLst>
        </pc:spChg>
        <pc:spChg chg="del">
          <ac:chgData name="Grant Berland" userId="S::grbe8029@colorado.edu::b2a944cd-2dbd-4786-9b43-908a49ced87b" providerId="AD" clId="Web-{9FE13B2A-EBB8-AFFA-CDC7-851022A67C5C}" dt="2023-10-10T21:20:18.058" v="92"/>
          <ac:spMkLst>
            <pc:docMk/>
            <pc:sldMk cId="2131351588" sldId="262"/>
            <ac:spMk id="3" creationId="{A6D47A0E-6C61-6BB7-296C-C783B634C390}"/>
          </ac:spMkLst>
        </pc:spChg>
        <pc:spChg chg="add mod">
          <ac:chgData name="Grant Berland" userId="S::grbe8029@colorado.edu::b2a944cd-2dbd-4786-9b43-908a49ced87b" providerId="AD" clId="Web-{9FE13B2A-EBB8-AFFA-CDC7-851022A67C5C}" dt="2023-10-10T21:37:58.260" v="520" actId="20577"/>
          <ac:spMkLst>
            <pc:docMk/>
            <pc:sldMk cId="2131351588" sldId="262"/>
            <ac:spMk id="8" creationId="{AAE101CB-21CF-0374-342A-5FA030A53A83}"/>
          </ac:spMkLst>
        </pc:spChg>
        <pc:spChg chg="add mod">
          <ac:chgData name="Grant Berland" userId="S::grbe8029@colorado.edu::b2a944cd-2dbd-4786-9b43-908a49ced87b" providerId="AD" clId="Web-{9FE13B2A-EBB8-AFFA-CDC7-851022A67C5C}" dt="2023-10-10T21:27:00.273" v="260"/>
          <ac:spMkLst>
            <pc:docMk/>
            <pc:sldMk cId="2131351588" sldId="262"/>
            <ac:spMk id="10" creationId="{7561BD86-F48A-43C6-CD8B-CF8315659EF6}"/>
          </ac:spMkLst>
        </pc:spChg>
        <pc:picChg chg="add mod ord">
          <ac:chgData name="Grant Berland" userId="S::grbe8029@colorado.edu::b2a944cd-2dbd-4786-9b43-908a49ced87b" providerId="AD" clId="Web-{9FE13B2A-EBB8-AFFA-CDC7-851022A67C5C}" dt="2023-10-10T21:20:22.652" v="94" actId="1076"/>
          <ac:picMkLst>
            <pc:docMk/>
            <pc:sldMk cId="2131351588" sldId="262"/>
            <ac:picMk id="4" creationId="{A7BF4474-DBC4-3ACD-369E-1C507E7EEAF9}"/>
          </ac:picMkLst>
        </pc:picChg>
        <pc:picChg chg="add del mod">
          <ac:chgData name="Grant Berland" userId="S::grbe8029@colorado.edu::b2a944cd-2dbd-4786-9b43-908a49ced87b" providerId="AD" clId="Web-{9FE13B2A-EBB8-AFFA-CDC7-851022A67C5C}" dt="2023-10-10T21:20:39.153" v="101"/>
          <ac:picMkLst>
            <pc:docMk/>
            <pc:sldMk cId="2131351588" sldId="262"/>
            <ac:picMk id="5" creationId="{893BB17A-E46D-B881-A81C-8BFD5A7A2B7F}"/>
          </ac:picMkLst>
        </pc:picChg>
        <pc:picChg chg="add del mod">
          <ac:chgData name="Grant Berland" userId="S::grbe8029@colorado.edu::b2a944cd-2dbd-4786-9b43-908a49ced87b" providerId="AD" clId="Web-{9FE13B2A-EBB8-AFFA-CDC7-851022A67C5C}" dt="2023-10-10T21:20:53.184" v="105"/>
          <ac:picMkLst>
            <pc:docMk/>
            <pc:sldMk cId="2131351588" sldId="262"/>
            <ac:picMk id="6" creationId="{F9FF0058-129E-D37E-0218-8B371FA72F48}"/>
          </ac:picMkLst>
        </pc:picChg>
        <pc:picChg chg="add mod">
          <ac:chgData name="Grant Berland" userId="S::grbe8029@colorado.edu::b2a944cd-2dbd-4786-9b43-908a49ced87b" providerId="AD" clId="Web-{9FE13B2A-EBB8-AFFA-CDC7-851022A67C5C}" dt="2023-10-10T21:21:09.810" v="110" actId="14100"/>
          <ac:picMkLst>
            <pc:docMk/>
            <pc:sldMk cId="2131351588" sldId="262"/>
            <ac:picMk id="7" creationId="{81EABA39-6F8C-A772-6B8F-BE272ECF275E}"/>
          </ac:picMkLst>
        </pc:picChg>
        <pc:picChg chg="add mod">
          <ac:chgData name="Grant Berland" userId="S::grbe8029@colorado.edu::b2a944cd-2dbd-4786-9b43-908a49ced87b" providerId="AD" clId="Web-{9FE13B2A-EBB8-AFFA-CDC7-851022A67C5C}" dt="2023-10-10T21:26:20.021" v="251" actId="14100"/>
          <ac:picMkLst>
            <pc:docMk/>
            <pc:sldMk cId="2131351588" sldId="262"/>
            <ac:picMk id="9" creationId="{8846510F-1991-5932-9320-56B0ABAF7169}"/>
          </ac:picMkLst>
        </pc:picChg>
      </pc:sldChg>
      <pc:sldChg chg="addSp delSp modSp new">
        <pc:chgData name="Grant Berland" userId="S::grbe8029@colorado.edu::b2a944cd-2dbd-4786-9b43-908a49ced87b" providerId="AD" clId="Web-{9FE13B2A-EBB8-AFFA-CDC7-851022A67C5C}" dt="2023-10-10T22:52:24.022" v="578" actId="1076"/>
        <pc:sldMkLst>
          <pc:docMk/>
          <pc:sldMk cId="3548266815" sldId="263"/>
        </pc:sldMkLst>
        <pc:spChg chg="del">
          <ac:chgData name="Grant Berland" userId="S::grbe8029@colorado.edu::b2a944cd-2dbd-4786-9b43-908a49ced87b" providerId="AD" clId="Web-{9FE13B2A-EBB8-AFFA-CDC7-851022A67C5C}" dt="2023-10-10T22:52:17.429" v="576"/>
          <ac:spMkLst>
            <pc:docMk/>
            <pc:sldMk cId="3548266815" sldId="263"/>
            <ac:spMk id="3" creationId="{38886E25-D2FF-5BBC-41AD-4B58877ED8CE}"/>
          </ac:spMkLst>
        </pc:spChg>
        <pc:picChg chg="add mod ord">
          <ac:chgData name="Grant Berland" userId="S::grbe8029@colorado.edu::b2a944cd-2dbd-4786-9b43-908a49ced87b" providerId="AD" clId="Web-{9FE13B2A-EBB8-AFFA-CDC7-851022A67C5C}" dt="2023-10-10T22:52:24.022" v="578" actId="1076"/>
          <ac:picMkLst>
            <pc:docMk/>
            <pc:sldMk cId="3548266815" sldId="263"/>
            <ac:picMk id="4" creationId="{65FE4E8F-8784-E574-5519-B55300DB9157}"/>
          </ac:picMkLst>
        </pc:picChg>
      </pc:sldChg>
    </pc:docChg>
  </pc:docChgLst>
  <pc:docChgLst>
    <pc:chgData name="Grant Berland" userId="S::grbe8029@colorado.edu::b2a944cd-2dbd-4786-9b43-908a49ced87b" providerId="AD" clId="Web-{E15A3439-EA92-2568-E3A1-36C96AD41338}"/>
    <pc:docChg chg="modSld">
      <pc:chgData name="Grant Berland" userId="S::grbe8029@colorado.edu::b2a944cd-2dbd-4786-9b43-908a49ced87b" providerId="AD" clId="Web-{E15A3439-EA92-2568-E3A1-36C96AD41338}" dt="2023-10-12T20:39:48.825" v="96" actId="20577"/>
      <pc:docMkLst>
        <pc:docMk/>
      </pc:docMkLst>
      <pc:sldChg chg="addSp delSp modSp">
        <pc:chgData name="Grant Berland" userId="S::grbe8029@colorado.edu::b2a944cd-2dbd-4786-9b43-908a49ced87b" providerId="AD" clId="Web-{E15A3439-EA92-2568-E3A1-36C96AD41338}" dt="2023-10-12T20:39:48.825" v="96" actId="20577"/>
        <pc:sldMkLst>
          <pc:docMk/>
          <pc:sldMk cId="3548266815" sldId="263"/>
        </pc:sldMkLst>
        <pc:spChg chg="mod">
          <ac:chgData name="Grant Berland" userId="S::grbe8029@colorado.edu::b2a944cd-2dbd-4786-9b43-908a49ced87b" providerId="AD" clId="Web-{E15A3439-EA92-2568-E3A1-36C96AD41338}" dt="2023-10-12T20:36:15.853" v="34" actId="20577"/>
          <ac:spMkLst>
            <pc:docMk/>
            <pc:sldMk cId="3548266815" sldId="263"/>
            <ac:spMk id="2" creationId="{16FA14E6-3ECD-2869-EF84-D8A532F66CAD}"/>
          </ac:spMkLst>
        </pc:spChg>
        <pc:spChg chg="add mod">
          <ac:chgData name="Grant Berland" userId="S::grbe8029@colorado.edu::b2a944cd-2dbd-4786-9b43-908a49ced87b" providerId="AD" clId="Web-{E15A3439-EA92-2568-E3A1-36C96AD41338}" dt="2023-10-12T20:39:48.825" v="96" actId="20577"/>
          <ac:spMkLst>
            <pc:docMk/>
            <pc:sldMk cId="3548266815" sldId="263"/>
            <ac:spMk id="4" creationId="{E5B1FE0A-15CD-031F-DC88-F963A757777A}"/>
          </ac:spMkLst>
        </pc:spChg>
        <pc:spChg chg="add del mod">
          <ac:chgData name="Grant Berland" userId="S::grbe8029@colorado.edu::b2a944cd-2dbd-4786-9b43-908a49ced87b" providerId="AD" clId="Web-{E15A3439-EA92-2568-E3A1-36C96AD41338}" dt="2023-10-12T18:22:35.253" v="1"/>
          <ac:spMkLst>
            <pc:docMk/>
            <pc:sldMk cId="3548266815" sldId="263"/>
            <ac:spMk id="5" creationId="{93CB408D-B08B-FAF4-615E-E7B85CA709B3}"/>
          </ac:spMkLst>
        </pc:spChg>
        <pc:spChg chg="add del mod">
          <ac:chgData name="Grant Berland" userId="S::grbe8029@colorado.edu::b2a944cd-2dbd-4786-9b43-908a49ced87b" providerId="AD" clId="Web-{E15A3439-EA92-2568-E3A1-36C96AD41338}" dt="2023-10-12T20:39:11.887" v="72"/>
          <ac:spMkLst>
            <pc:docMk/>
            <pc:sldMk cId="3548266815" sldId="263"/>
            <ac:spMk id="7" creationId="{591FBD68-974D-5C27-6517-6A8FA89815E4}"/>
          </ac:spMkLst>
        </pc:spChg>
        <pc:picChg chg="add mod">
          <ac:chgData name="Grant Berland" userId="S::grbe8029@colorado.edu::b2a944cd-2dbd-4786-9b43-908a49ced87b" providerId="AD" clId="Web-{E15A3439-EA92-2568-E3A1-36C96AD41338}" dt="2023-10-12T20:36:01.509" v="10" actId="14100"/>
          <ac:picMkLst>
            <pc:docMk/>
            <pc:sldMk cId="3548266815" sldId="263"/>
            <ac:picMk id="3" creationId="{7BC3D1C1-1AFC-DFFD-7EB2-8533820FDACF}"/>
          </ac:picMkLst>
        </pc:picChg>
        <pc:picChg chg="del">
          <ac:chgData name="Grant Berland" userId="S::grbe8029@colorado.edu::b2a944cd-2dbd-4786-9b43-908a49ced87b" providerId="AD" clId="Web-{E15A3439-EA92-2568-E3A1-36C96AD41338}" dt="2023-10-12T18:22:34.237" v="0"/>
          <ac:picMkLst>
            <pc:docMk/>
            <pc:sldMk cId="3548266815" sldId="263"/>
            <ac:picMk id="4" creationId="{65FE4E8F-8784-E574-5519-B55300DB9157}"/>
          </ac:picMkLst>
        </pc:picChg>
        <pc:picChg chg="add del mod ord">
          <ac:chgData name="Grant Berland" userId="S::grbe8029@colorado.edu::b2a944cd-2dbd-4786-9b43-908a49ced87b" providerId="AD" clId="Web-{E15A3439-EA92-2568-E3A1-36C96AD41338}" dt="2023-10-12T20:39:10.949" v="71"/>
          <ac:picMkLst>
            <pc:docMk/>
            <pc:sldMk cId="3548266815" sldId="263"/>
            <ac:picMk id="6" creationId="{C053044F-94C1-3E93-A2C1-DD67A782DC0D}"/>
          </ac:picMkLst>
        </pc:picChg>
        <pc:picChg chg="add mod ord">
          <ac:chgData name="Grant Berland" userId="S::grbe8029@colorado.edu::b2a944cd-2dbd-4786-9b43-908a49ced87b" providerId="AD" clId="Web-{E15A3439-EA92-2568-E3A1-36C96AD41338}" dt="2023-10-12T20:39:17.559" v="75" actId="1076"/>
          <ac:picMkLst>
            <pc:docMk/>
            <pc:sldMk cId="3548266815" sldId="263"/>
            <ac:picMk id="8" creationId="{B582F060-ECD0-EAF4-59BD-4EA738233259}"/>
          </ac:picMkLst>
        </pc:picChg>
      </pc:sldChg>
    </pc:docChg>
  </pc:docChgLst>
  <pc:docChgLst>
    <pc:chgData name="Grant Berland" userId="S::grbe8029@colorado.edu::b2a944cd-2dbd-4786-9b43-908a49ced87b" providerId="AD" clId="Web-{0189B7AF-B706-3F8B-DC2B-065AD8055C97}"/>
    <pc:docChg chg="modSld">
      <pc:chgData name="Grant Berland" userId="S::grbe8029@colorado.edu::b2a944cd-2dbd-4786-9b43-908a49ced87b" providerId="AD" clId="Web-{0189B7AF-B706-3F8B-DC2B-065AD8055C97}" dt="2023-10-13T02:55:40.212" v="299" actId="20577"/>
      <pc:docMkLst>
        <pc:docMk/>
      </pc:docMkLst>
      <pc:sldChg chg="modSp">
        <pc:chgData name="Grant Berland" userId="S::grbe8029@colorado.edu::b2a944cd-2dbd-4786-9b43-908a49ced87b" providerId="AD" clId="Web-{0189B7AF-B706-3F8B-DC2B-065AD8055C97}" dt="2023-10-13T02:41:09.868" v="26" actId="20577"/>
        <pc:sldMkLst>
          <pc:docMk/>
          <pc:sldMk cId="4169251204" sldId="257"/>
        </pc:sldMkLst>
        <pc:spChg chg="mod">
          <ac:chgData name="Grant Berland" userId="S::grbe8029@colorado.edu::b2a944cd-2dbd-4786-9b43-908a49ced87b" providerId="AD" clId="Web-{0189B7AF-B706-3F8B-DC2B-065AD8055C97}" dt="2023-10-13T02:41:09.868" v="26" actId="20577"/>
          <ac:spMkLst>
            <pc:docMk/>
            <pc:sldMk cId="4169251204" sldId="257"/>
            <ac:spMk id="3" creationId="{37080BD3-B914-842C-EBAF-2326028647F4}"/>
          </ac:spMkLst>
        </pc:spChg>
      </pc:sldChg>
      <pc:sldChg chg="addSp modSp">
        <pc:chgData name="Grant Berland" userId="S::grbe8029@colorado.edu::b2a944cd-2dbd-4786-9b43-908a49ced87b" providerId="AD" clId="Web-{0189B7AF-B706-3F8B-DC2B-065AD8055C97}" dt="2023-10-13T02:46:01.045" v="145" actId="20577"/>
        <pc:sldMkLst>
          <pc:docMk/>
          <pc:sldMk cId="831848712" sldId="258"/>
        </pc:sldMkLst>
        <pc:spChg chg="add mod">
          <ac:chgData name="Grant Berland" userId="S::grbe8029@colorado.edu::b2a944cd-2dbd-4786-9b43-908a49ced87b" providerId="AD" clId="Web-{0189B7AF-B706-3F8B-DC2B-065AD8055C97}" dt="2023-10-13T02:46:01.045" v="145" actId="20577"/>
          <ac:spMkLst>
            <pc:docMk/>
            <pc:sldMk cId="831848712" sldId="258"/>
            <ac:spMk id="22" creationId="{A33896A3-7E75-A731-D2D9-50E15332D489}"/>
          </ac:spMkLst>
        </pc:spChg>
      </pc:sldChg>
      <pc:sldChg chg="modSp">
        <pc:chgData name="Grant Berland" userId="S::grbe8029@colorado.edu::b2a944cd-2dbd-4786-9b43-908a49ced87b" providerId="AD" clId="Web-{0189B7AF-B706-3F8B-DC2B-065AD8055C97}" dt="2023-10-13T02:55:40.212" v="299" actId="20577"/>
        <pc:sldMkLst>
          <pc:docMk/>
          <pc:sldMk cId="3548266815" sldId="263"/>
        </pc:sldMkLst>
        <pc:spChg chg="mod">
          <ac:chgData name="Grant Berland" userId="S::grbe8029@colorado.edu::b2a944cd-2dbd-4786-9b43-908a49ced87b" providerId="AD" clId="Web-{0189B7AF-B706-3F8B-DC2B-065AD8055C97}" dt="2023-10-13T02:55:40.212" v="299" actId="20577"/>
          <ac:spMkLst>
            <pc:docMk/>
            <pc:sldMk cId="3548266815" sldId="263"/>
            <ac:spMk id="4" creationId="{E5B1FE0A-15CD-031F-DC88-F963A757777A}"/>
          </ac:spMkLst>
        </pc:spChg>
        <pc:picChg chg="mod">
          <ac:chgData name="Grant Berland" userId="S::grbe8029@colorado.edu::b2a944cd-2dbd-4786-9b43-908a49ced87b" providerId="AD" clId="Web-{0189B7AF-B706-3F8B-DC2B-065AD8055C97}" dt="2023-10-13T02:52:05.020" v="147" actId="14100"/>
          <ac:picMkLst>
            <pc:docMk/>
            <pc:sldMk cId="3548266815" sldId="263"/>
            <ac:picMk id="3" creationId="{7BC3D1C1-1AFC-DFFD-7EB2-8533820FDACF}"/>
          </ac:picMkLst>
        </pc:picChg>
      </pc:sldChg>
    </pc:docChg>
  </pc:docChgLst>
  <pc:docChgLst>
    <pc:chgData name="Grant Berland" userId="S::grbe8029@colorado.edu::b2a944cd-2dbd-4786-9b43-908a49ced87b" providerId="AD" clId="Web-{FBD4EF0E-95F8-42F5-B559-A30113C8A6BF}"/>
    <pc:docChg chg="addSld delSld modSld">
      <pc:chgData name="Grant Berland" userId="S::grbe8029@colorado.edu::b2a944cd-2dbd-4786-9b43-908a49ced87b" providerId="AD" clId="Web-{FBD4EF0E-95F8-42F5-B559-A30113C8A6BF}" dt="2023-10-10T18:48:33.753" v="189" actId="1076"/>
      <pc:docMkLst>
        <pc:docMk/>
      </pc:docMkLst>
      <pc:sldChg chg="del">
        <pc:chgData name="Grant Berland" userId="S::grbe8029@colorado.edu::b2a944cd-2dbd-4786-9b43-908a49ced87b" providerId="AD" clId="Web-{FBD4EF0E-95F8-42F5-B559-A30113C8A6BF}" dt="2023-10-10T17:55:44.577" v="37"/>
        <pc:sldMkLst>
          <pc:docMk/>
          <pc:sldMk cId="109857222" sldId="256"/>
        </pc:sldMkLst>
      </pc:sldChg>
      <pc:sldChg chg="modSp new">
        <pc:chgData name="Grant Berland" userId="S::grbe8029@colorado.edu::b2a944cd-2dbd-4786-9b43-908a49ced87b" providerId="AD" clId="Web-{FBD4EF0E-95F8-42F5-B559-A30113C8A6BF}" dt="2023-10-10T17:55:54.249" v="40" actId="20577"/>
        <pc:sldMkLst>
          <pc:docMk/>
          <pc:sldMk cId="4169251204" sldId="257"/>
        </pc:sldMkLst>
        <pc:spChg chg="mod">
          <ac:chgData name="Grant Berland" userId="S::grbe8029@colorado.edu::b2a944cd-2dbd-4786-9b43-908a49ced87b" providerId="AD" clId="Web-{FBD4EF0E-95F8-42F5-B559-A30113C8A6BF}" dt="2023-10-10T17:55:54.249" v="40" actId="20577"/>
          <ac:spMkLst>
            <pc:docMk/>
            <pc:sldMk cId="4169251204" sldId="257"/>
            <ac:spMk id="2" creationId="{B737D506-AF73-B12B-ED64-71B3BDDE650A}"/>
          </ac:spMkLst>
        </pc:spChg>
        <pc:spChg chg="mod">
          <ac:chgData name="Grant Berland" userId="S::grbe8029@colorado.edu::b2a944cd-2dbd-4786-9b43-908a49ced87b" providerId="AD" clId="Web-{FBD4EF0E-95F8-42F5-B559-A30113C8A6BF}" dt="2023-10-10T17:55:42.187" v="36" actId="20577"/>
          <ac:spMkLst>
            <pc:docMk/>
            <pc:sldMk cId="4169251204" sldId="257"/>
            <ac:spMk id="3" creationId="{37080BD3-B914-842C-EBAF-2326028647F4}"/>
          </ac:spMkLst>
        </pc:spChg>
      </pc:sldChg>
      <pc:sldChg chg="addSp modSp new">
        <pc:chgData name="Grant Berland" userId="S::grbe8029@colorado.edu::b2a944cd-2dbd-4786-9b43-908a49ced87b" providerId="AD" clId="Web-{FBD4EF0E-95F8-42F5-B559-A30113C8A6BF}" dt="2023-10-10T18:48:33.753" v="189" actId="1076"/>
        <pc:sldMkLst>
          <pc:docMk/>
          <pc:sldMk cId="831848712" sldId="258"/>
        </pc:sldMkLst>
        <pc:spChg chg="mod">
          <ac:chgData name="Grant Berland" userId="S::grbe8029@colorado.edu::b2a944cd-2dbd-4786-9b43-908a49ced87b" providerId="AD" clId="Web-{FBD4EF0E-95F8-42F5-B559-A30113C8A6BF}" dt="2023-10-10T18:35:26.579" v="43" actId="20577"/>
          <ac:spMkLst>
            <pc:docMk/>
            <pc:sldMk cId="831848712" sldId="258"/>
            <ac:spMk id="2" creationId="{CFB20FB7-E721-3B2F-5C90-94EFD4345958}"/>
          </ac:spMkLst>
        </pc:spChg>
        <pc:spChg chg="mod">
          <ac:chgData name="Grant Berland" userId="S::grbe8029@colorado.edu::b2a944cd-2dbd-4786-9b43-908a49ced87b" providerId="AD" clId="Web-{FBD4EF0E-95F8-42F5-B559-A30113C8A6BF}" dt="2023-10-10T18:35:29.923" v="44" actId="14100"/>
          <ac:spMkLst>
            <pc:docMk/>
            <pc:sldMk cId="831848712" sldId="258"/>
            <ac:spMk id="3" creationId="{284B6BCE-9F44-6BF0-8337-D28697D9DB15}"/>
          </ac:spMkLst>
        </pc:spChg>
        <pc:spChg chg="add mod">
          <ac:chgData name="Grant Berland" userId="S::grbe8029@colorado.edu::b2a944cd-2dbd-4786-9b43-908a49ced87b" providerId="AD" clId="Web-{FBD4EF0E-95F8-42F5-B559-A30113C8A6BF}" dt="2023-10-10T18:39:23.334" v="82" actId="1076"/>
          <ac:spMkLst>
            <pc:docMk/>
            <pc:sldMk cId="831848712" sldId="258"/>
            <ac:spMk id="6" creationId="{DCF31F30-BEEE-7753-BA31-6D119C94F14B}"/>
          </ac:spMkLst>
        </pc:spChg>
        <pc:spChg chg="add mod">
          <ac:chgData name="Grant Berland" userId="S::grbe8029@colorado.edu::b2a944cd-2dbd-4786-9b43-908a49ced87b" providerId="AD" clId="Web-{FBD4EF0E-95F8-42F5-B559-A30113C8A6BF}" dt="2023-10-10T18:37:14.534" v="68"/>
          <ac:spMkLst>
            <pc:docMk/>
            <pc:sldMk cId="831848712" sldId="258"/>
            <ac:spMk id="7" creationId="{63DC955D-3BC4-DD69-CED0-5AE35385A8CA}"/>
          </ac:spMkLst>
        </pc:spChg>
        <pc:spChg chg="add mod">
          <ac:chgData name="Grant Berland" userId="S::grbe8029@colorado.edu::b2a944cd-2dbd-4786-9b43-908a49ced87b" providerId="AD" clId="Web-{FBD4EF0E-95F8-42F5-B559-A30113C8A6BF}" dt="2023-10-10T18:46:03.281" v="131" actId="1076"/>
          <ac:spMkLst>
            <pc:docMk/>
            <pc:sldMk cId="831848712" sldId="258"/>
            <ac:spMk id="12" creationId="{22FE9EB9-9F38-0617-527F-DE342DAE0C2A}"/>
          </ac:spMkLst>
        </pc:spChg>
        <pc:spChg chg="add mod">
          <ac:chgData name="Grant Berland" userId="S::grbe8029@colorado.edu::b2a944cd-2dbd-4786-9b43-908a49ced87b" providerId="AD" clId="Web-{FBD4EF0E-95F8-42F5-B559-A30113C8A6BF}" dt="2023-10-10T18:46:14.140" v="136" actId="20577"/>
          <ac:spMkLst>
            <pc:docMk/>
            <pc:sldMk cId="831848712" sldId="258"/>
            <ac:spMk id="13" creationId="{3F9B291D-E87A-8757-7714-BB67D02404FF}"/>
          </ac:spMkLst>
        </pc:spChg>
        <pc:spChg chg="add mod">
          <ac:chgData name="Grant Berland" userId="S::grbe8029@colorado.edu::b2a944cd-2dbd-4786-9b43-908a49ced87b" providerId="AD" clId="Web-{FBD4EF0E-95F8-42F5-B559-A30113C8A6BF}" dt="2023-10-10T18:46:21.531" v="140" actId="20577"/>
          <ac:spMkLst>
            <pc:docMk/>
            <pc:sldMk cId="831848712" sldId="258"/>
            <ac:spMk id="14" creationId="{26CCD3EB-A646-0974-5B8D-64E82924738C}"/>
          </ac:spMkLst>
        </pc:spChg>
        <pc:spChg chg="add mod">
          <ac:chgData name="Grant Berland" userId="S::grbe8029@colorado.edu::b2a944cd-2dbd-4786-9b43-908a49ced87b" providerId="AD" clId="Web-{FBD4EF0E-95F8-42F5-B559-A30113C8A6BF}" dt="2023-10-10T18:48:33.753" v="189" actId="1076"/>
          <ac:spMkLst>
            <pc:docMk/>
            <pc:sldMk cId="831848712" sldId="258"/>
            <ac:spMk id="16" creationId="{8834E551-7C70-6785-DBC9-638E02C4DB05}"/>
          </ac:spMkLst>
        </pc:spChg>
        <pc:cxnChg chg="add mod">
          <ac:chgData name="Grant Berland" userId="S::grbe8029@colorado.edu::b2a944cd-2dbd-4786-9b43-908a49ced87b" providerId="AD" clId="Web-{FBD4EF0E-95F8-42F5-B559-A30113C8A6BF}" dt="2023-10-10T18:36:27.814" v="55" actId="14100"/>
          <ac:cxnSpMkLst>
            <pc:docMk/>
            <pc:sldMk cId="831848712" sldId="258"/>
            <ac:cxnSpMk id="4" creationId="{E8CE2EE8-0F7B-11EC-B552-C47D16CD874E}"/>
          </ac:cxnSpMkLst>
        </pc:cxnChg>
        <pc:cxnChg chg="add mod">
          <ac:chgData name="Grant Berland" userId="S::grbe8029@colorado.edu::b2a944cd-2dbd-4786-9b43-908a49ced87b" providerId="AD" clId="Web-{FBD4EF0E-95F8-42F5-B559-A30113C8A6BF}" dt="2023-10-10T18:36:19.736" v="54" actId="1076"/>
          <ac:cxnSpMkLst>
            <pc:docMk/>
            <pc:sldMk cId="831848712" sldId="258"/>
            <ac:cxnSpMk id="5" creationId="{C8355F80-DCD2-E8C3-4837-BA76A26D01E5}"/>
          </ac:cxnSpMkLst>
        </pc:cxnChg>
        <pc:cxnChg chg="add mod">
          <ac:chgData name="Grant Berland" userId="S::grbe8029@colorado.edu::b2a944cd-2dbd-4786-9b43-908a49ced87b" providerId="AD" clId="Web-{FBD4EF0E-95F8-42F5-B559-A30113C8A6BF}" dt="2023-10-10T18:37:31.660" v="69"/>
          <ac:cxnSpMkLst>
            <pc:docMk/>
            <pc:sldMk cId="831848712" sldId="258"/>
            <ac:cxnSpMk id="8" creationId="{A5DC634B-09F1-F1A1-5E12-5E4195F2E471}"/>
          </ac:cxnSpMkLst>
        </pc:cxnChg>
        <pc:cxnChg chg="add mod ord">
          <ac:chgData name="Grant Berland" userId="S::grbe8029@colorado.edu::b2a944cd-2dbd-4786-9b43-908a49ced87b" providerId="AD" clId="Web-{FBD4EF0E-95F8-42F5-B559-A30113C8A6BF}" dt="2023-10-10T18:47:04.954" v="141"/>
          <ac:cxnSpMkLst>
            <pc:docMk/>
            <pc:sldMk cId="831848712" sldId="258"/>
            <ac:cxnSpMk id="9" creationId="{E21D84C5-95B1-BAA5-1665-A368BA186F8F}"/>
          </ac:cxnSpMkLst>
        </pc:cxnChg>
        <pc:cxnChg chg="add mod ord">
          <ac:chgData name="Grant Berland" userId="S::grbe8029@colorado.edu::b2a944cd-2dbd-4786-9b43-908a49ced87b" providerId="AD" clId="Web-{FBD4EF0E-95F8-42F5-B559-A30113C8A6BF}" dt="2023-10-10T18:47:05.048" v="148"/>
          <ac:cxnSpMkLst>
            <pc:docMk/>
            <pc:sldMk cId="831848712" sldId="258"/>
            <ac:cxnSpMk id="10" creationId="{EC617958-5AF7-13B0-6C83-3A7B479FB4EA}"/>
          </ac:cxnSpMkLst>
        </pc:cxnChg>
        <pc:cxnChg chg="add mod ord">
          <ac:chgData name="Grant Berland" userId="S::grbe8029@colorado.edu::b2a944cd-2dbd-4786-9b43-908a49ced87b" providerId="AD" clId="Web-{FBD4EF0E-95F8-42F5-B559-A30113C8A6BF}" dt="2023-10-10T18:47:05.157" v="155"/>
          <ac:cxnSpMkLst>
            <pc:docMk/>
            <pc:sldMk cId="831848712" sldId="258"/>
            <ac:cxnSpMk id="11" creationId="{C659CAE6-742E-C7B0-5BCF-A83BB8C2DDA0}"/>
          </ac:cxnSpMkLst>
        </pc:cxnChg>
        <pc:cxnChg chg="add mod">
          <ac:chgData name="Grant Berland" userId="S::grbe8029@colorado.edu::b2a944cd-2dbd-4786-9b43-908a49ced87b" providerId="AD" clId="Web-{FBD4EF0E-95F8-42F5-B559-A30113C8A6BF}" dt="2023-10-10T18:47:27.673" v="159"/>
          <ac:cxnSpMkLst>
            <pc:docMk/>
            <pc:sldMk cId="831848712" sldId="258"/>
            <ac:cxnSpMk id="15" creationId="{7B1C4E20-2623-0E84-9C47-0BC20E4E2A5A}"/>
          </ac:cxnSpMkLst>
        </pc:cxnChg>
      </pc:sldChg>
      <pc:sldChg chg="add del replId">
        <pc:chgData name="Grant Berland" userId="S::grbe8029@colorado.edu::b2a944cd-2dbd-4786-9b43-908a49ced87b" providerId="AD" clId="Web-{FBD4EF0E-95F8-42F5-B559-A30113C8A6BF}" dt="2023-10-10T18:39:47.944" v="91"/>
        <pc:sldMkLst>
          <pc:docMk/>
          <pc:sldMk cId="588403295" sldId="259"/>
        </pc:sldMkLst>
      </pc:sldChg>
    </pc:docChg>
  </pc:docChgLst>
  <pc:docChgLst>
    <pc:chgData name="Grant Berland" userId="S::grbe8029@colorado.edu::b2a944cd-2dbd-4786-9b43-908a49ced87b" providerId="AD" clId="Web-{CA07042D-D73D-1571-B625-D7C741A3222D}"/>
    <pc:docChg chg="modSld">
      <pc:chgData name="Grant Berland" userId="S::grbe8029@colorado.edu::b2a944cd-2dbd-4786-9b43-908a49ced87b" providerId="AD" clId="Web-{CA07042D-D73D-1571-B625-D7C741A3222D}" dt="2023-10-11T15:29:37.739" v="44" actId="1076"/>
      <pc:docMkLst>
        <pc:docMk/>
      </pc:docMkLst>
      <pc:sldChg chg="addSp modSp">
        <pc:chgData name="Grant Berland" userId="S::grbe8029@colorado.edu::b2a944cd-2dbd-4786-9b43-908a49ced87b" providerId="AD" clId="Web-{CA07042D-D73D-1571-B625-D7C741A3222D}" dt="2023-10-11T15:29:37.739" v="44" actId="1076"/>
        <pc:sldMkLst>
          <pc:docMk/>
          <pc:sldMk cId="831848712" sldId="258"/>
        </pc:sldMkLst>
        <pc:spChg chg="mod">
          <ac:chgData name="Grant Berland" userId="S::grbe8029@colorado.edu::b2a944cd-2dbd-4786-9b43-908a49ced87b" providerId="AD" clId="Web-{CA07042D-D73D-1571-B625-D7C741A3222D}" dt="2023-10-11T15:29:04.675" v="26" actId="20577"/>
          <ac:spMkLst>
            <pc:docMk/>
            <pc:sldMk cId="831848712" sldId="258"/>
            <ac:spMk id="2" creationId="{CFB20FB7-E721-3B2F-5C90-94EFD4345958}"/>
          </ac:spMkLst>
        </pc:spChg>
        <pc:spChg chg="mod">
          <ac:chgData name="Grant Berland" userId="S::grbe8029@colorado.edu::b2a944cd-2dbd-4786-9b43-908a49ced87b" providerId="AD" clId="Web-{CA07042D-D73D-1571-B625-D7C741A3222D}" dt="2023-10-11T15:29:14.550" v="27" actId="1076"/>
          <ac:spMkLst>
            <pc:docMk/>
            <pc:sldMk cId="831848712" sldId="258"/>
            <ac:spMk id="16" creationId="{8834E551-7C70-6785-DBC9-638E02C4DB05}"/>
          </ac:spMkLst>
        </pc:spChg>
        <pc:spChg chg="add mod">
          <ac:chgData name="Grant Berland" userId="S::grbe8029@colorado.edu::b2a944cd-2dbd-4786-9b43-908a49ced87b" providerId="AD" clId="Web-{CA07042D-D73D-1571-B625-D7C741A3222D}" dt="2023-10-11T15:29:37.739" v="44" actId="1076"/>
          <ac:spMkLst>
            <pc:docMk/>
            <pc:sldMk cId="831848712" sldId="258"/>
            <ac:spMk id="21" creationId="{95EBFF90-6D0C-F236-127C-C910C4CF7DA6}"/>
          </ac:spMkLst>
        </pc:spChg>
      </pc:sldChg>
      <pc:sldChg chg="modSp">
        <pc:chgData name="Grant Berland" userId="S::grbe8029@colorado.edu::b2a944cd-2dbd-4786-9b43-908a49ced87b" providerId="AD" clId="Web-{CA07042D-D73D-1571-B625-D7C741A3222D}" dt="2023-10-11T15:28:15.689" v="4" actId="20577"/>
        <pc:sldMkLst>
          <pc:docMk/>
          <pc:sldMk cId="1254311180" sldId="259"/>
        </pc:sldMkLst>
        <pc:spChg chg="mod">
          <ac:chgData name="Grant Berland" userId="S::grbe8029@colorado.edu::b2a944cd-2dbd-4786-9b43-908a49ced87b" providerId="AD" clId="Web-{CA07042D-D73D-1571-B625-D7C741A3222D}" dt="2023-10-11T15:28:15.689" v="4" actId="20577"/>
          <ac:spMkLst>
            <pc:docMk/>
            <pc:sldMk cId="1254311180" sldId="259"/>
            <ac:spMk id="3" creationId="{85A7D38E-674F-1E13-5656-1FD1D6A26344}"/>
          </ac:spMkLst>
        </pc:spChg>
      </pc:sldChg>
      <pc:sldChg chg="modSp">
        <pc:chgData name="Grant Berland" userId="S::grbe8029@colorado.edu::b2a944cd-2dbd-4786-9b43-908a49ced87b" providerId="AD" clId="Web-{CA07042D-D73D-1571-B625-D7C741A3222D}" dt="2023-10-11T15:28:59.206" v="25" actId="20577"/>
        <pc:sldMkLst>
          <pc:docMk/>
          <pc:sldMk cId="2663887941" sldId="260"/>
        </pc:sldMkLst>
        <pc:spChg chg="mod">
          <ac:chgData name="Grant Berland" userId="S::grbe8029@colorado.edu::b2a944cd-2dbd-4786-9b43-908a49ced87b" providerId="AD" clId="Web-{CA07042D-D73D-1571-B625-D7C741A3222D}" dt="2023-10-11T15:28:59.206" v="25" actId="20577"/>
          <ac:spMkLst>
            <pc:docMk/>
            <pc:sldMk cId="2663887941" sldId="260"/>
            <ac:spMk id="2" creationId="{78FF8F12-951E-19EB-0AC2-1A9FB79EDD0D}"/>
          </ac:spMkLst>
        </pc:spChg>
        <pc:spChg chg="mod">
          <ac:chgData name="Grant Berland" userId="S::grbe8029@colorado.edu::b2a944cd-2dbd-4786-9b43-908a49ced87b" providerId="AD" clId="Web-{CA07042D-D73D-1571-B625-D7C741A3222D}" dt="2023-10-11T15:28:52.034" v="19" actId="20577"/>
          <ac:spMkLst>
            <pc:docMk/>
            <pc:sldMk cId="2663887941" sldId="260"/>
            <ac:spMk id="5" creationId="{7E7DF2C6-E389-E56D-8CEE-F11412A32A3A}"/>
          </ac:spMkLst>
        </pc:spChg>
      </pc:sldChg>
    </pc:docChg>
  </pc:docChgLst>
  <pc:docChgLst>
    <pc:chgData name="Grant Berland" userId="S::grbe8029@colorado.edu::b2a944cd-2dbd-4786-9b43-908a49ced87b" providerId="AD" clId="Web-{A09F3074-4FA6-A902-0844-C0A41A09E85C}"/>
    <pc:docChg chg="modSld">
      <pc:chgData name="Grant Berland" userId="S::grbe8029@colorado.edu::b2a944cd-2dbd-4786-9b43-908a49ced87b" providerId="AD" clId="Web-{A09F3074-4FA6-A902-0844-C0A41A09E85C}" dt="2023-10-13T04:30:04.218" v="708" actId="20577"/>
      <pc:docMkLst>
        <pc:docMk/>
      </pc:docMkLst>
      <pc:sldChg chg="addSp delSp modSp">
        <pc:chgData name="Grant Berland" userId="S::grbe8029@colorado.edu::b2a944cd-2dbd-4786-9b43-908a49ced87b" providerId="AD" clId="Web-{A09F3074-4FA6-A902-0844-C0A41A09E85C}" dt="2023-10-13T04:25:12.964" v="352" actId="1076"/>
        <pc:sldMkLst>
          <pc:docMk/>
          <pc:sldMk cId="831848712" sldId="258"/>
        </pc:sldMkLst>
        <pc:spChg chg="mod">
          <ac:chgData name="Grant Berland" userId="S::grbe8029@colorado.edu::b2a944cd-2dbd-4786-9b43-908a49ced87b" providerId="AD" clId="Web-{A09F3074-4FA6-A902-0844-C0A41A09E85C}" dt="2023-10-13T04:25:12.964" v="352" actId="1076"/>
          <ac:spMkLst>
            <pc:docMk/>
            <pc:sldMk cId="831848712" sldId="258"/>
            <ac:spMk id="21" creationId="{95EBFF90-6D0C-F236-127C-C910C4CF7DA6}"/>
          </ac:spMkLst>
        </pc:spChg>
        <pc:spChg chg="mod">
          <ac:chgData name="Grant Berland" userId="S::grbe8029@colorado.edu::b2a944cd-2dbd-4786-9b43-908a49ced87b" providerId="AD" clId="Web-{A09F3074-4FA6-A902-0844-C0A41A09E85C}" dt="2023-10-13T04:24:54.698" v="331" actId="20577"/>
          <ac:spMkLst>
            <pc:docMk/>
            <pc:sldMk cId="831848712" sldId="258"/>
            <ac:spMk id="22" creationId="{A33896A3-7E75-A731-D2D9-50E15332D489}"/>
          </ac:spMkLst>
        </pc:spChg>
        <pc:picChg chg="mod modCrop">
          <ac:chgData name="Grant Berland" userId="S::grbe8029@colorado.edu::b2a944cd-2dbd-4786-9b43-908a49ced87b" providerId="AD" clId="Web-{A09F3074-4FA6-A902-0844-C0A41A09E85C}" dt="2023-10-13T04:22:23.759" v="257" actId="1076"/>
          <ac:picMkLst>
            <pc:docMk/>
            <pc:sldMk cId="831848712" sldId="258"/>
            <ac:picMk id="17" creationId="{6AB6BA33-49A9-006E-F7DC-47836248CD08}"/>
          </ac:picMkLst>
        </pc:picChg>
        <pc:picChg chg="add del mod modCrop">
          <ac:chgData name="Grant Berland" userId="S::grbe8029@colorado.edu::b2a944cd-2dbd-4786-9b43-908a49ced87b" providerId="AD" clId="Web-{A09F3074-4FA6-A902-0844-C0A41A09E85C}" dt="2023-10-13T04:22:25.321" v="258"/>
          <ac:picMkLst>
            <pc:docMk/>
            <pc:sldMk cId="831848712" sldId="258"/>
            <ac:picMk id="24" creationId="{8D248015-59E8-60BF-06BD-0314E2D122B5}"/>
          </ac:picMkLst>
        </pc:picChg>
      </pc:sldChg>
      <pc:sldChg chg="modSp">
        <pc:chgData name="Grant Berland" userId="S::grbe8029@colorado.edu::b2a944cd-2dbd-4786-9b43-908a49ced87b" providerId="AD" clId="Web-{A09F3074-4FA6-A902-0844-C0A41A09E85C}" dt="2023-10-13T04:22:41.806" v="263" actId="20577"/>
        <pc:sldMkLst>
          <pc:docMk/>
          <pc:sldMk cId="1254311180" sldId="259"/>
        </pc:sldMkLst>
        <pc:spChg chg="mod">
          <ac:chgData name="Grant Berland" userId="S::grbe8029@colorado.edu::b2a944cd-2dbd-4786-9b43-908a49ced87b" providerId="AD" clId="Web-{A09F3074-4FA6-A902-0844-C0A41A09E85C}" dt="2023-10-13T04:22:41.806" v="263" actId="20577"/>
          <ac:spMkLst>
            <pc:docMk/>
            <pc:sldMk cId="1254311180" sldId="259"/>
            <ac:spMk id="3" creationId="{85A7D38E-674F-1E13-5656-1FD1D6A26344}"/>
          </ac:spMkLst>
        </pc:spChg>
      </pc:sldChg>
      <pc:sldChg chg="addSp modSp">
        <pc:chgData name="Grant Berland" userId="S::grbe8029@colorado.edu::b2a944cd-2dbd-4786-9b43-908a49ced87b" providerId="AD" clId="Web-{A09F3074-4FA6-A902-0844-C0A41A09E85C}" dt="2023-10-13T04:23:50.057" v="296" actId="1076"/>
        <pc:sldMkLst>
          <pc:docMk/>
          <pc:sldMk cId="2663887941" sldId="260"/>
        </pc:sldMkLst>
        <pc:spChg chg="add mod">
          <ac:chgData name="Grant Berland" userId="S::grbe8029@colorado.edu::b2a944cd-2dbd-4786-9b43-908a49ced87b" providerId="AD" clId="Web-{A09F3074-4FA6-A902-0844-C0A41A09E85C}" dt="2023-10-13T04:23:50.057" v="296" actId="1076"/>
          <ac:spMkLst>
            <pc:docMk/>
            <pc:sldMk cId="2663887941" sldId="260"/>
            <ac:spMk id="3" creationId="{826ADBBE-5868-876D-93B5-43A0A5CF5E5D}"/>
          </ac:spMkLst>
        </pc:spChg>
        <pc:spChg chg="mod">
          <ac:chgData name="Grant Berland" userId="S::grbe8029@colorado.edu::b2a944cd-2dbd-4786-9b43-908a49ced87b" providerId="AD" clId="Web-{A09F3074-4FA6-A902-0844-C0A41A09E85C}" dt="2023-10-13T04:22:51.822" v="267" actId="14100"/>
          <ac:spMkLst>
            <pc:docMk/>
            <pc:sldMk cId="2663887941" sldId="260"/>
            <ac:spMk id="5" creationId="{7E7DF2C6-E389-E56D-8CEE-F11412A32A3A}"/>
          </ac:spMkLst>
        </pc:spChg>
        <pc:picChg chg="mod">
          <ac:chgData name="Grant Berland" userId="S::grbe8029@colorado.edu::b2a944cd-2dbd-4786-9b43-908a49ced87b" providerId="AD" clId="Web-{A09F3074-4FA6-A902-0844-C0A41A09E85C}" dt="2023-10-13T04:23:10.353" v="270" actId="1076"/>
          <ac:picMkLst>
            <pc:docMk/>
            <pc:sldMk cId="2663887941" sldId="260"/>
            <ac:picMk id="4" creationId="{EBB4FAC4-87F2-42DD-9AD6-703C196F24A6}"/>
          </ac:picMkLst>
        </pc:picChg>
        <pc:picChg chg="mod">
          <ac:chgData name="Grant Berland" userId="S::grbe8029@colorado.edu::b2a944cd-2dbd-4786-9b43-908a49ced87b" providerId="AD" clId="Web-{A09F3074-4FA6-A902-0844-C0A41A09E85C}" dt="2023-10-13T04:23:08.416" v="269" actId="1076"/>
          <ac:picMkLst>
            <pc:docMk/>
            <pc:sldMk cId="2663887941" sldId="260"/>
            <ac:picMk id="6" creationId="{405D0ADC-83A2-40BC-7827-36D95789C57A}"/>
          </ac:picMkLst>
        </pc:picChg>
      </pc:sldChg>
      <pc:sldChg chg="modSp">
        <pc:chgData name="Grant Berland" userId="S::grbe8029@colorado.edu::b2a944cd-2dbd-4786-9b43-908a49ced87b" providerId="AD" clId="Web-{A09F3074-4FA6-A902-0844-C0A41A09E85C}" dt="2023-10-13T04:30:04.218" v="708" actId="20577"/>
        <pc:sldMkLst>
          <pc:docMk/>
          <pc:sldMk cId="2131351588" sldId="262"/>
        </pc:sldMkLst>
        <pc:spChg chg="mod">
          <ac:chgData name="Grant Berland" userId="S::grbe8029@colorado.edu::b2a944cd-2dbd-4786-9b43-908a49ced87b" providerId="AD" clId="Web-{A09F3074-4FA6-A902-0844-C0A41A09E85C}" dt="2023-10-13T04:30:04.218" v="708" actId="20577"/>
          <ac:spMkLst>
            <pc:docMk/>
            <pc:sldMk cId="2131351588" sldId="262"/>
            <ac:spMk id="8" creationId="{AAE101CB-21CF-0374-342A-5FA030A53A83}"/>
          </ac:spMkLst>
        </pc:spChg>
        <pc:spChg chg="mod">
          <ac:chgData name="Grant Berland" userId="S::grbe8029@colorado.edu::b2a944cd-2dbd-4786-9b43-908a49ced87b" providerId="AD" clId="Web-{A09F3074-4FA6-A902-0844-C0A41A09E85C}" dt="2023-10-13T04:29:57.203" v="706" actId="14100"/>
          <ac:spMkLst>
            <pc:docMk/>
            <pc:sldMk cId="2131351588" sldId="262"/>
            <ac:spMk id="10" creationId="{7561BD86-F48A-43C6-CD8B-CF8315659EF6}"/>
          </ac:spMkLst>
        </pc:spChg>
        <pc:picChg chg="mod">
          <ac:chgData name="Grant Berland" userId="S::grbe8029@colorado.edu::b2a944cd-2dbd-4786-9b43-908a49ced87b" providerId="AD" clId="Web-{A09F3074-4FA6-A902-0844-C0A41A09E85C}" dt="2023-10-13T04:29:46.406" v="704" actId="1076"/>
          <ac:picMkLst>
            <pc:docMk/>
            <pc:sldMk cId="2131351588" sldId="262"/>
            <ac:picMk id="9" creationId="{8846510F-1991-5932-9320-56B0ABAF7169}"/>
          </ac:picMkLst>
        </pc:picChg>
      </pc:sldChg>
      <pc:sldChg chg="modSp">
        <pc:chgData name="Grant Berland" userId="S::grbe8029@colorado.edu::b2a944cd-2dbd-4786-9b43-908a49ced87b" providerId="AD" clId="Web-{A09F3074-4FA6-A902-0844-C0A41A09E85C}" dt="2023-10-13T04:28:09.420" v="553" actId="20577"/>
        <pc:sldMkLst>
          <pc:docMk/>
          <pc:sldMk cId="3548266815" sldId="263"/>
        </pc:sldMkLst>
        <pc:spChg chg="mod">
          <ac:chgData name="Grant Berland" userId="S::grbe8029@colorado.edu::b2a944cd-2dbd-4786-9b43-908a49ced87b" providerId="AD" clId="Web-{A09F3074-4FA6-A902-0844-C0A41A09E85C}" dt="2023-10-13T04:28:09.420" v="553" actId="20577"/>
          <ac:spMkLst>
            <pc:docMk/>
            <pc:sldMk cId="3548266815" sldId="263"/>
            <ac:spMk id="4" creationId="{E5B1FE0A-15CD-031F-DC88-F963A757777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D506-AF73-B12B-ED64-71B3BDDE650A}"/>
              </a:ext>
            </a:extLst>
          </p:cNvPr>
          <p:cNvSpPr>
            <a:spLocks noGrp="1"/>
          </p:cNvSpPr>
          <p:nvPr>
            <p:ph type="title"/>
          </p:nvPr>
        </p:nvSpPr>
        <p:spPr/>
        <p:txBody>
          <a:bodyPr/>
          <a:lstStyle/>
          <a:p>
            <a:r>
              <a:rPr lang="en-US">
                <a:cs typeface="Calibri Light"/>
              </a:rPr>
              <a:t>Airline Radiation Project -- Contents</a:t>
            </a:r>
            <a:endParaRPr lang="en-US"/>
          </a:p>
        </p:txBody>
      </p:sp>
      <p:sp>
        <p:nvSpPr>
          <p:cNvPr id="3" name="Content Placeholder 2">
            <a:extLst>
              <a:ext uri="{FF2B5EF4-FFF2-40B4-BE49-F238E27FC236}">
                <a16:creationId xmlns:a16="http://schemas.microsoft.com/office/drawing/2014/main" id="{37080BD3-B914-842C-EBAF-2326028647F4}"/>
              </a:ext>
            </a:extLst>
          </p:cNvPr>
          <p:cNvSpPr>
            <a:spLocks noGrp="1"/>
          </p:cNvSpPr>
          <p:nvPr>
            <p:ph idx="1"/>
          </p:nvPr>
        </p:nvSpPr>
        <p:spPr/>
        <p:txBody>
          <a:bodyPr vert="horz" lIns="91440" tIns="45720" rIns="91440" bIns="45720" rtlCol="0" anchor="t">
            <a:normAutofit/>
          </a:bodyPr>
          <a:lstStyle/>
          <a:p>
            <a:r>
              <a:rPr lang="en-US" dirty="0">
                <a:cs typeface="Calibri"/>
              </a:rPr>
              <a:t>Thinnest atmosphere simulation</a:t>
            </a:r>
          </a:p>
          <a:p>
            <a:r>
              <a:rPr lang="en-US" dirty="0">
                <a:cs typeface="Calibri"/>
              </a:rPr>
              <a:t>High energy biasing method</a:t>
            </a:r>
            <a:endParaRPr lang="en-US" dirty="0">
              <a:ea typeface="Calibri"/>
              <a:cs typeface="Calibri"/>
            </a:endParaRPr>
          </a:p>
          <a:p>
            <a:r>
              <a:rPr lang="en-US" dirty="0">
                <a:cs typeface="Calibri"/>
              </a:rPr>
              <a:t>Simulation Results</a:t>
            </a:r>
            <a:endParaRPr lang="en-US" dirty="0">
              <a:ea typeface="Calibri"/>
              <a:cs typeface="Calibri"/>
            </a:endParaRPr>
          </a:p>
          <a:p>
            <a:r>
              <a:rPr lang="en-US" dirty="0">
                <a:ea typeface="Calibri"/>
                <a:cs typeface="Calibri"/>
              </a:rPr>
              <a:t>Radiation units verification</a:t>
            </a:r>
          </a:p>
        </p:txBody>
      </p:sp>
    </p:spTree>
    <p:extLst>
      <p:ext uri="{BB962C8B-B14F-4D97-AF65-F5344CB8AC3E}">
        <p14:creationId xmlns:p14="http://schemas.microsoft.com/office/powerpoint/2010/main" val="416925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1BF90-804B-E71B-F329-854CB5A6A278}"/>
              </a:ext>
            </a:extLst>
          </p:cNvPr>
          <p:cNvSpPr>
            <a:spLocks noGrp="1"/>
          </p:cNvSpPr>
          <p:nvPr>
            <p:ph type="title"/>
          </p:nvPr>
        </p:nvSpPr>
        <p:spPr/>
        <p:txBody>
          <a:bodyPr/>
          <a:lstStyle/>
          <a:p>
            <a:r>
              <a:rPr lang="en-US">
                <a:ea typeface="Calibri Light"/>
                <a:cs typeface="Calibri Light"/>
              </a:rPr>
              <a:t>Where is the atmosphere the thinnest?</a:t>
            </a:r>
            <a:endParaRPr lang="en-US"/>
          </a:p>
        </p:txBody>
      </p:sp>
      <p:sp>
        <p:nvSpPr>
          <p:cNvPr id="3" name="Content Placeholder 2">
            <a:extLst>
              <a:ext uri="{FF2B5EF4-FFF2-40B4-BE49-F238E27FC236}">
                <a16:creationId xmlns:a16="http://schemas.microsoft.com/office/drawing/2014/main" id="{85A7D38E-674F-1E13-5656-1FD1D6A26344}"/>
              </a:ext>
            </a:extLst>
          </p:cNvPr>
          <p:cNvSpPr>
            <a:spLocks noGrp="1"/>
          </p:cNvSpPr>
          <p:nvPr>
            <p:ph idx="1"/>
          </p:nvPr>
        </p:nvSpPr>
        <p:spPr>
          <a:xfrm>
            <a:off x="179681" y="1797403"/>
            <a:ext cx="5953008" cy="4691024"/>
          </a:xfrm>
        </p:spPr>
        <p:txBody>
          <a:bodyPr vert="horz" lIns="91440" tIns="45720" rIns="91440" bIns="45720" rtlCol="0" anchor="t">
            <a:normAutofit fontScale="62500" lnSpcReduction="20000"/>
          </a:bodyPr>
          <a:lstStyle/>
          <a:p>
            <a:pPr marL="0" indent="0">
              <a:buNone/>
            </a:pPr>
            <a:r>
              <a:rPr lang="en-US" dirty="0">
                <a:ea typeface="+mn-lt"/>
                <a:cs typeface="+mn-lt"/>
              </a:rPr>
              <a:t>I perform a grid search of MSIS2.0 spanning the domain:</a:t>
            </a:r>
            <a:endParaRPr lang="en-US" dirty="0">
              <a:ea typeface="Calibri" panose="020F0502020204030204"/>
              <a:cs typeface="Calibri" panose="020F0502020204030204"/>
            </a:endParaRPr>
          </a:p>
          <a:p>
            <a:r>
              <a:rPr lang="en-US" dirty="0">
                <a:ea typeface="+mn-lt"/>
                <a:cs typeface="+mn-lt"/>
              </a:rPr>
              <a:t>Time: [2016-Jan-01, 2016-Dec-30], Δ𝑡= 4 hours </a:t>
            </a:r>
          </a:p>
          <a:p>
            <a:r>
              <a:rPr lang="en-US" dirty="0">
                <a:ea typeface="+mn-lt"/>
                <a:cs typeface="+mn-lt"/>
              </a:rPr>
              <a:t>Longitude: [-180</a:t>
            </a:r>
            <a:r>
              <a:rPr lang="en-US" baseline="30000" dirty="0">
                <a:ea typeface="+mn-lt"/>
                <a:cs typeface="+mn-lt"/>
              </a:rPr>
              <a:t>∘</a:t>
            </a:r>
            <a:r>
              <a:rPr lang="en-US" dirty="0">
                <a:ea typeface="+mn-lt"/>
                <a:cs typeface="+mn-lt"/>
              </a:rPr>
              <a:t>, 180</a:t>
            </a:r>
            <a:r>
              <a:rPr lang="en-US" baseline="30000" dirty="0">
                <a:ea typeface="+mn-lt"/>
                <a:cs typeface="+mn-lt"/>
              </a:rPr>
              <a:t>∘</a:t>
            </a:r>
            <a:r>
              <a:rPr lang="en-US" dirty="0">
                <a:ea typeface="+mn-lt"/>
                <a:cs typeface="+mn-lt"/>
              </a:rPr>
              <a:t>], Δ </a:t>
            </a:r>
            <a:r>
              <a:rPr lang="en-US" dirty="0" err="1">
                <a:ea typeface="+mn-lt"/>
                <a:cs typeface="+mn-lt"/>
              </a:rPr>
              <a:t>lon</a:t>
            </a:r>
            <a:r>
              <a:rPr lang="en-US" dirty="0">
                <a:ea typeface="+mn-lt"/>
                <a:cs typeface="+mn-lt"/>
              </a:rPr>
              <a:t> = 18</a:t>
            </a:r>
            <a:r>
              <a:rPr lang="en-US" baseline="30000" dirty="0">
                <a:ea typeface="+mn-lt"/>
                <a:cs typeface="+mn-lt"/>
              </a:rPr>
              <a:t>∘</a:t>
            </a:r>
            <a:endParaRPr lang="en-US" dirty="0"/>
          </a:p>
          <a:p>
            <a:r>
              <a:rPr lang="en-US" dirty="0">
                <a:ea typeface="+mn-lt"/>
                <a:cs typeface="+mn-lt"/>
              </a:rPr>
              <a:t>Latitude: [60</a:t>
            </a:r>
            <a:r>
              <a:rPr lang="en-US" baseline="30000" dirty="0">
                <a:ea typeface="+mn-lt"/>
                <a:cs typeface="+mn-lt"/>
              </a:rPr>
              <a:t>∘</a:t>
            </a:r>
            <a:r>
              <a:rPr lang="en-US" dirty="0">
                <a:ea typeface="+mn-lt"/>
                <a:cs typeface="+mn-lt"/>
              </a:rPr>
              <a:t>, 70</a:t>
            </a:r>
            <a:r>
              <a:rPr lang="en-US" baseline="30000" dirty="0">
                <a:ea typeface="+mn-lt"/>
                <a:cs typeface="+mn-lt"/>
              </a:rPr>
              <a:t>∘</a:t>
            </a:r>
            <a:r>
              <a:rPr lang="en-US" dirty="0">
                <a:ea typeface="+mn-lt"/>
                <a:cs typeface="+mn-lt"/>
              </a:rPr>
              <a:t>], Δ </a:t>
            </a:r>
            <a:r>
              <a:rPr lang="en-US" err="1">
                <a:ea typeface="+mn-lt"/>
                <a:cs typeface="+mn-lt"/>
              </a:rPr>
              <a:t>lat</a:t>
            </a:r>
            <a:r>
              <a:rPr lang="en-US" dirty="0">
                <a:ea typeface="+mn-lt"/>
                <a:cs typeface="+mn-lt"/>
              </a:rPr>
              <a:t> = 3.3</a:t>
            </a:r>
            <a:r>
              <a:rPr lang="en-US" baseline="30000" dirty="0">
                <a:ea typeface="+mn-lt"/>
                <a:cs typeface="+mn-lt"/>
              </a:rPr>
              <a:t>∘</a:t>
            </a:r>
            <a:endParaRPr lang="en-US" baseline="30000" dirty="0"/>
          </a:p>
          <a:p>
            <a:r>
              <a:rPr lang="en-US" dirty="0">
                <a:ea typeface="+mn-lt"/>
                <a:cs typeface="+mn-lt"/>
              </a:rPr>
              <a:t>Altitude: [0, 300] km </a:t>
            </a:r>
            <a:r>
              <a:rPr lang="en-US" dirty="0" err="1">
                <a:ea typeface="+mn-lt"/>
                <a:cs typeface="+mn-lt"/>
              </a:rPr>
              <a:t>Δalt</a:t>
            </a:r>
            <a:r>
              <a:rPr lang="en-US" dirty="0">
                <a:ea typeface="+mn-lt"/>
                <a:cs typeface="+mn-lt"/>
              </a:rPr>
              <a:t> = 3 km </a:t>
            </a:r>
            <a:endParaRPr lang="en-US" dirty="0"/>
          </a:p>
          <a:p>
            <a:pPr marL="0" indent="0">
              <a:buNone/>
            </a:pPr>
            <a:br>
              <a:rPr lang="en-US" dirty="0">
                <a:ea typeface="+mn-lt"/>
                <a:cs typeface="+mn-lt"/>
              </a:rPr>
            </a:br>
            <a:r>
              <a:rPr lang="en-US" dirty="0">
                <a:ea typeface="+mn-lt"/>
                <a:cs typeface="+mn-lt"/>
              </a:rPr>
              <a:t>The atmosphere profile is found by averaging over the latitude and longitude range, then calculating the largest relative difference over the year. </a:t>
            </a:r>
            <a:br>
              <a:rPr lang="en-US" dirty="0"/>
            </a:br>
            <a:endParaRPr lang="en-US">
              <a:ea typeface="Calibri" panose="020F0502020204030204"/>
              <a:cs typeface="Calibri" panose="020F0502020204030204"/>
            </a:endParaRPr>
          </a:p>
          <a:p>
            <a:pPr marL="0" indent="0">
              <a:buNone/>
            </a:pPr>
            <a:r>
              <a:rPr lang="en-US" dirty="0">
                <a:ea typeface="+mn-lt"/>
                <a:cs typeface="+mn-lt"/>
              </a:rPr>
              <a:t>We find that during a high </a:t>
            </a:r>
            <a:r>
              <a:rPr lang="en-US" err="1">
                <a:ea typeface="+mn-lt"/>
                <a:cs typeface="+mn-lt"/>
              </a:rPr>
              <a:t>K</a:t>
            </a:r>
            <a:r>
              <a:rPr lang="en-US" baseline="-25000" err="1">
                <a:ea typeface="+mn-lt"/>
                <a:cs typeface="+mn-lt"/>
              </a:rPr>
              <a:t>p</a:t>
            </a:r>
            <a:r>
              <a:rPr lang="en-US" dirty="0">
                <a:ea typeface="+mn-lt"/>
                <a:cs typeface="+mn-lt"/>
              </a:rPr>
              <a:t> event on 2016-05-08 the atmospheric mass density profile between 0 – 300 km is the thinnest. The atmospheric mass density profiles over 2016 are plotted below.</a:t>
            </a:r>
            <a:endParaRPr lang="en-US" dirty="0">
              <a:cs typeface="Calibri" panose="020F0502020204030204"/>
            </a:endParaRPr>
          </a:p>
          <a:p>
            <a:pPr marL="0" indent="0">
              <a:buNone/>
            </a:pPr>
            <a:endParaRPr lang="en-US" dirty="0">
              <a:ea typeface="Calibri" panose="020F0502020204030204"/>
              <a:cs typeface="Calibri" panose="020F0502020204030204"/>
            </a:endParaRPr>
          </a:p>
          <a:p>
            <a:pPr marL="0" indent="0" algn="r">
              <a:buNone/>
            </a:pPr>
            <a:endParaRPr lang="en-US" sz="1900" dirty="0">
              <a:ea typeface="Calibri" panose="020F0502020204030204"/>
              <a:cs typeface="Calibri" panose="020F0502020204030204"/>
            </a:endParaRPr>
          </a:p>
          <a:p>
            <a:pPr marL="0" indent="0" algn="r">
              <a:buNone/>
            </a:pPr>
            <a:r>
              <a:rPr lang="en-US" sz="1900" dirty="0">
                <a:ea typeface="Calibri" panose="020F0502020204030204"/>
                <a:cs typeface="Calibri" panose="020F0502020204030204"/>
              </a:rPr>
              <a:t>NB: relative difference on the plots to the right calculated with respect to Jan 1 profile</a:t>
            </a:r>
            <a:br>
              <a:rPr lang="en-US" sz="2200" dirty="0"/>
            </a:br>
            <a:endParaRPr lang="en-US" sz="2200">
              <a:ea typeface="Calibri"/>
              <a:cs typeface="Calibri"/>
            </a:endParaRPr>
          </a:p>
        </p:txBody>
      </p:sp>
      <p:pic>
        <p:nvPicPr>
          <p:cNvPr id="4" name="Picture 3">
            <a:extLst>
              <a:ext uri="{FF2B5EF4-FFF2-40B4-BE49-F238E27FC236}">
                <a16:creationId xmlns:a16="http://schemas.microsoft.com/office/drawing/2014/main" id="{A0101A46-6EF9-F940-5338-3726DED8A413}"/>
              </a:ext>
            </a:extLst>
          </p:cNvPr>
          <p:cNvPicPr>
            <a:picLocks noChangeAspect="1"/>
          </p:cNvPicPr>
          <p:nvPr/>
        </p:nvPicPr>
        <p:blipFill>
          <a:blip r:embed="rId2"/>
          <a:stretch>
            <a:fillRect/>
          </a:stretch>
        </p:blipFill>
        <p:spPr>
          <a:xfrm>
            <a:off x="5843881" y="1327487"/>
            <a:ext cx="6289792" cy="2349762"/>
          </a:xfrm>
          <a:prstGeom prst="rect">
            <a:avLst/>
          </a:prstGeom>
        </p:spPr>
      </p:pic>
      <p:pic>
        <p:nvPicPr>
          <p:cNvPr id="5" name="Picture 4">
            <a:extLst>
              <a:ext uri="{FF2B5EF4-FFF2-40B4-BE49-F238E27FC236}">
                <a16:creationId xmlns:a16="http://schemas.microsoft.com/office/drawing/2014/main" id="{02413CDE-9CC0-8FF8-3239-03D3B440B124}"/>
              </a:ext>
            </a:extLst>
          </p:cNvPr>
          <p:cNvPicPr>
            <a:picLocks noChangeAspect="1"/>
          </p:cNvPicPr>
          <p:nvPr/>
        </p:nvPicPr>
        <p:blipFill>
          <a:blip r:embed="rId3"/>
          <a:stretch>
            <a:fillRect/>
          </a:stretch>
        </p:blipFill>
        <p:spPr>
          <a:xfrm>
            <a:off x="6445956" y="3833556"/>
            <a:ext cx="5358459" cy="2850369"/>
          </a:xfrm>
          <a:prstGeom prst="rect">
            <a:avLst/>
          </a:prstGeom>
        </p:spPr>
      </p:pic>
    </p:spTree>
    <p:extLst>
      <p:ext uri="{BB962C8B-B14F-4D97-AF65-F5344CB8AC3E}">
        <p14:creationId xmlns:p14="http://schemas.microsoft.com/office/powerpoint/2010/main" val="1254311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F8F12-951E-19EB-0AC2-1A9FB79EDD0D}"/>
              </a:ext>
            </a:extLst>
          </p:cNvPr>
          <p:cNvSpPr>
            <a:spLocks noGrp="1"/>
          </p:cNvSpPr>
          <p:nvPr>
            <p:ph type="title"/>
          </p:nvPr>
        </p:nvSpPr>
        <p:spPr/>
        <p:txBody>
          <a:bodyPr/>
          <a:lstStyle/>
          <a:p>
            <a:r>
              <a:rPr lang="en-US" dirty="0">
                <a:cs typeface="Calibri Light"/>
              </a:rPr>
              <a:t>Direct Energy Sampling</a:t>
            </a:r>
            <a:endParaRPr lang="en-US" dirty="0"/>
          </a:p>
        </p:txBody>
      </p:sp>
      <p:pic>
        <p:nvPicPr>
          <p:cNvPr id="4" name="Content Placeholder 3">
            <a:extLst>
              <a:ext uri="{FF2B5EF4-FFF2-40B4-BE49-F238E27FC236}">
                <a16:creationId xmlns:a16="http://schemas.microsoft.com/office/drawing/2014/main" id="{EBB4FAC4-87F2-42DD-9AD6-703C196F24A6}"/>
              </a:ext>
            </a:extLst>
          </p:cNvPr>
          <p:cNvPicPr>
            <a:picLocks noGrp="1" noChangeAspect="1"/>
          </p:cNvPicPr>
          <p:nvPr>
            <p:ph idx="1"/>
          </p:nvPr>
        </p:nvPicPr>
        <p:blipFill>
          <a:blip r:embed="rId2"/>
          <a:stretch>
            <a:fillRect/>
          </a:stretch>
        </p:blipFill>
        <p:spPr>
          <a:xfrm>
            <a:off x="6567311" y="788652"/>
            <a:ext cx="5303897" cy="2954972"/>
          </a:xfrm>
        </p:spPr>
      </p:pic>
      <p:sp>
        <p:nvSpPr>
          <p:cNvPr id="5" name="TextBox 4">
            <a:extLst>
              <a:ext uri="{FF2B5EF4-FFF2-40B4-BE49-F238E27FC236}">
                <a16:creationId xmlns:a16="http://schemas.microsoft.com/office/drawing/2014/main" id="{7E7DF2C6-E389-E56D-8CEE-F11412A32A3A}"/>
              </a:ext>
            </a:extLst>
          </p:cNvPr>
          <p:cNvSpPr txBox="1"/>
          <p:nvPr/>
        </p:nvSpPr>
        <p:spPr>
          <a:xfrm>
            <a:off x="432740" y="1580444"/>
            <a:ext cx="5172148"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Instead of the Green’s function method which uses the results of weighted mono-energetic electron beams of energies {…, 0.5, 0.71, 1.0, 1.414, 2.0, 3.162, 5.0, 7.071, 10.0} MeV, I simulate the full loss cone electron spectrum &gt;10 keV using inverse CDF transform sampling. </a:t>
            </a:r>
          </a:p>
          <a:p>
            <a:endParaRPr lang="en-US" sz="1600" dirty="0">
              <a:ea typeface="+mn-lt"/>
              <a:cs typeface="+mn-lt"/>
            </a:endParaRPr>
          </a:p>
          <a:p>
            <a:r>
              <a:rPr lang="en-US" sz="1600" dirty="0">
                <a:ea typeface="+mn-lt"/>
                <a:cs typeface="+mn-lt"/>
              </a:rPr>
              <a:t>This avoids the discretization errors that can arise from the spacing of the mono-energy beams. An example of this error can be seen in the fact that the 1.0 MeV beam does </a:t>
            </a:r>
            <a:r>
              <a:rPr lang="en-US" sz="1600" i="1" dirty="0">
                <a:ea typeface="+mn-lt"/>
                <a:cs typeface="+mn-lt"/>
              </a:rPr>
              <a:t>not</a:t>
            </a:r>
            <a:r>
              <a:rPr lang="en-US" sz="1600" dirty="0">
                <a:ea typeface="+mn-lt"/>
                <a:cs typeface="+mn-lt"/>
              </a:rPr>
              <a:t> transport energy to 11 km, but the 1.4 MeV beam does, which implies there exists some underestimation of the radiation dose rate due to the 1.0 – 1.4 MeV electron flux. </a:t>
            </a:r>
          </a:p>
          <a:p>
            <a:endParaRPr lang="en-US" sz="1600" dirty="0">
              <a:ea typeface="+mn-lt"/>
              <a:cs typeface="+mn-lt"/>
            </a:endParaRPr>
          </a:p>
          <a:p>
            <a:r>
              <a:rPr lang="en-US" sz="1600" dirty="0">
                <a:ea typeface="+mn-lt"/>
                <a:cs typeface="+mn-lt"/>
              </a:rPr>
              <a:t>This error is likely a small contribution to the total error, but is nonetheless accounted for by directly simulating the exact electron spectrum.</a:t>
            </a:r>
            <a:endParaRPr lang="en-US" sz="1600">
              <a:ea typeface="Calibri"/>
              <a:cs typeface="Calibri"/>
            </a:endParaRPr>
          </a:p>
          <a:p>
            <a:pPr algn="l"/>
            <a:endParaRPr lang="en-US" sz="1600" dirty="0">
              <a:ea typeface="Calibri"/>
              <a:cs typeface="Calibri"/>
            </a:endParaRPr>
          </a:p>
        </p:txBody>
      </p:sp>
      <p:pic>
        <p:nvPicPr>
          <p:cNvPr id="6" name="Picture 5" descr="A graph of energy and energy&#10;&#10;Description automatically generated">
            <a:extLst>
              <a:ext uri="{FF2B5EF4-FFF2-40B4-BE49-F238E27FC236}">
                <a16:creationId xmlns:a16="http://schemas.microsoft.com/office/drawing/2014/main" id="{405D0ADC-83A2-40BC-7827-36D95789C57A}"/>
              </a:ext>
            </a:extLst>
          </p:cNvPr>
          <p:cNvPicPr>
            <a:picLocks noChangeAspect="1"/>
          </p:cNvPicPr>
          <p:nvPr/>
        </p:nvPicPr>
        <p:blipFill>
          <a:blip r:embed="rId3"/>
          <a:stretch>
            <a:fillRect/>
          </a:stretch>
        </p:blipFill>
        <p:spPr>
          <a:xfrm>
            <a:off x="5608697" y="3901897"/>
            <a:ext cx="6496755" cy="2743950"/>
          </a:xfrm>
          <a:prstGeom prst="rect">
            <a:avLst/>
          </a:prstGeom>
        </p:spPr>
      </p:pic>
      <p:sp>
        <p:nvSpPr>
          <p:cNvPr id="3" name="TextBox 2">
            <a:extLst>
              <a:ext uri="{FF2B5EF4-FFF2-40B4-BE49-F238E27FC236}">
                <a16:creationId xmlns:a16="http://schemas.microsoft.com/office/drawing/2014/main" id="{826ADBBE-5868-876D-93B5-43A0A5CF5E5D}"/>
              </a:ext>
            </a:extLst>
          </p:cNvPr>
          <p:cNvSpPr txBox="1"/>
          <p:nvPr/>
        </p:nvSpPr>
        <p:spPr>
          <a:xfrm>
            <a:off x="7886239" y="339686"/>
            <a:ext cx="354375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Calibri"/>
                <a:cs typeface="Calibri"/>
              </a:rPr>
              <a:t>Thinnest profile atmospheric constituents, from previous slide</a:t>
            </a:r>
          </a:p>
        </p:txBody>
      </p:sp>
    </p:spTree>
    <p:extLst>
      <p:ext uri="{BB962C8B-B14F-4D97-AF65-F5344CB8AC3E}">
        <p14:creationId xmlns:p14="http://schemas.microsoft.com/office/powerpoint/2010/main" val="2663887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E21D84C5-95B1-BAA5-1665-A368BA186F8F}"/>
              </a:ext>
            </a:extLst>
          </p:cNvPr>
          <p:cNvCxnSpPr/>
          <p:nvPr/>
        </p:nvCxnSpPr>
        <p:spPr>
          <a:xfrm>
            <a:off x="7920684" y="1105018"/>
            <a:ext cx="11289" cy="1657585"/>
          </a:xfrm>
          <a:prstGeom prst="straightConnector1">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C617958-5AF7-13B0-6C83-3A7B479FB4EA}"/>
              </a:ext>
            </a:extLst>
          </p:cNvPr>
          <p:cNvCxnSpPr>
            <a:cxnSpLocks/>
          </p:cNvCxnSpPr>
          <p:nvPr/>
        </p:nvCxnSpPr>
        <p:spPr>
          <a:xfrm>
            <a:off x="8861425" y="1669462"/>
            <a:ext cx="11289" cy="1093141"/>
          </a:xfrm>
          <a:prstGeom prst="straightConnector1">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659CAE6-742E-C7B0-5BCF-A83BB8C2DDA0}"/>
              </a:ext>
            </a:extLst>
          </p:cNvPr>
          <p:cNvCxnSpPr>
            <a:cxnSpLocks/>
          </p:cNvCxnSpPr>
          <p:nvPr/>
        </p:nvCxnSpPr>
        <p:spPr>
          <a:xfrm>
            <a:off x="9661055" y="2121017"/>
            <a:ext cx="11289" cy="641586"/>
          </a:xfrm>
          <a:prstGeom prst="straightConnector1">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FB20FB7-E721-3B2F-5C90-94EFD4345958}"/>
              </a:ext>
            </a:extLst>
          </p:cNvPr>
          <p:cNvSpPr>
            <a:spLocks noGrp="1"/>
          </p:cNvSpPr>
          <p:nvPr>
            <p:ph type="title"/>
          </p:nvPr>
        </p:nvSpPr>
        <p:spPr/>
        <p:txBody>
          <a:bodyPr/>
          <a:lstStyle/>
          <a:p>
            <a:r>
              <a:rPr lang="en-US" dirty="0">
                <a:cs typeface="Calibri Light"/>
              </a:rPr>
              <a:t>Energy Biasing Method</a:t>
            </a:r>
            <a:endParaRPr lang="en-US" dirty="0"/>
          </a:p>
        </p:txBody>
      </p:sp>
      <p:pic>
        <p:nvPicPr>
          <p:cNvPr id="17" name="Content Placeholder 16">
            <a:extLst>
              <a:ext uri="{FF2B5EF4-FFF2-40B4-BE49-F238E27FC236}">
                <a16:creationId xmlns:a16="http://schemas.microsoft.com/office/drawing/2014/main" id="{6AB6BA33-49A9-006E-F7DC-47836248CD08}"/>
              </a:ext>
            </a:extLst>
          </p:cNvPr>
          <p:cNvPicPr>
            <a:picLocks noGrp="1" noChangeAspect="1"/>
          </p:cNvPicPr>
          <p:nvPr>
            <p:ph idx="1"/>
          </p:nvPr>
        </p:nvPicPr>
        <p:blipFill rotWithShape="1">
          <a:blip r:embed="rId2"/>
          <a:srcRect l="44" t="46887" r="49356"/>
          <a:stretch/>
        </p:blipFill>
        <p:spPr>
          <a:xfrm>
            <a:off x="91807" y="4082042"/>
            <a:ext cx="3249955" cy="2509099"/>
          </a:xfrm>
        </p:spPr>
      </p:pic>
      <p:cxnSp>
        <p:nvCxnSpPr>
          <p:cNvPr id="4" name="Straight Arrow Connector 3">
            <a:extLst>
              <a:ext uri="{FF2B5EF4-FFF2-40B4-BE49-F238E27FC236}">
                <a16:creationId xmlns:a16="http://schemas.microsoft.com/office/drawing/2014/main" id="{E8CE2EE8-0F7B-11EC-B552-C47D16CD874E}"/>
              </a:ext>
            </a:extLst>
          </p:cNvPr>
          <p:cNvCxnSpPr/>
          <p:nvPr/>
        </p:nvCxnSpPr>
        <p:spPr>
          <a:xfrm flipV="1">
            <a:off x="6937023" y="2747905"/>
            <a:ext cx="3529658" cy="7525"/>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8355F80-DCD2-E8C3-4837-BA76A26D01E5}"/>
              </a:ext>
            </a:extLst>
          </p:cNvPr>
          <p:cNvCxnSpPr>
            <a:cxnSpLocks/>
          </p:cNvCxnSpPr>
          <p:nvPr/>
        </p:nvCxnSpPr>
        <p:spPr>
          <a:xfrm flipH="1" flipV="1">
            <a:off x="6929497" y="433683"/>
            <a:ext cx="16933" cy="233115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CF31F30-BEEE-7753-BA31-6D119C94F14B}"/>
              </a:ext>
            </a:extLst>
          </p:cNvPr>
          <p:cNvSpPr txBox="1"/>
          <p:nvPr/>
        </p:nvSpPr>
        <p:spPr>
          <a:xfrm>
            <a:off x="10649186" y="2568222"/>
            <a:ext cx="1166518" cy="3668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Energy</a:t>
            </a:r>
            <a:endParaRPr lang="en-US"/>
          </a:p>
        </p:txBody>
      </p:sp>
      <p:sp>
        <p:nvSpPr>
          <p:cNvPr id="7" name="TextBox 6">
            <a:extLst>
              <a:ext uri="{FF2B5EF4-FFF2-40B4-BE49-F238E27FC236}">
                <a16:creationId xmlns:a16="http://schemas.microsoft.com/office/drawing/2014/main" id="{63DC955D-3BC4-DD69-CED0-5AE35385A8CA}"/>
              </a:ext>
            </a:extLst>
          </p:cNvPr>
          <p:cNvSpPr txBox="1"/>
          <p:nvPr/>
        </p:nvSpPr>
        <p:spPr>
          <a:xfrm>
            <a:off x="6688667" y="65852"/>
            <a:ext cx="1166518" cy="36688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Flux</a:t>
            </a:r>
            <a:endParaRPr lang="en-US"/>
          </a:p>
        </p:txBody>
      </p:sp>
      <p:cxnSp>
        <p:nvCxnSpPr>
          <p:cNvPr id="8" name="Straight Arrow Connector 7">
            <a:extLst>
              <a:ext uri="{FF2B5EF4-FFF2-40B4-BE49-F238E27FC236}">
                <a16:creationId xmlns:a16="http://schemas.microsoft.com/office/drawing/2014/main" id="{A5DC634B-09F1-F1A1-5E12-5E4195F2E471}"/>
              </a:ext>
            </a:extLst>
          </p:cNvPr>
          <p:cNvCxnSpPr/>
          <p:nvPr/>
        </p:nvCxnSpPr>
        <p:spPr>
          <a:xfrm>
            <a:off x="7203957" y="717550"/>
            <a:ext cx="3078103" cy="1714029"/>
          </a:xfrm>
          <a:prstGeom prst="straightConnector1">
            <a:avLst/>
          </a:prstGeom>
          <a:ln w="12700"/>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2FE9EB9-9F38-0617-527F-DE342DAE0C2A}"/>
              </a:ext>
            </a:extLst>
          </p:cNvPr>
          <p:cNvSpPr txBox="1"/>
          <p:nvPr/>
        </p:nvSpPr>
        <p:spPr>
          <a:xfrm>
            <a:off x="7195646" y="2794227"/>
            <a:ext cx="152456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S</a:t>
            </a:r>
            <a:r>
              <a:rPr lang="en-US" sz="1600" baseline="-25000">
                <a:cs typeface="Calibri"/>
              </a:rPr>
              <a:t>1</a:t>
            </a:r>
            <a:r>
              <a:rPr lang="en-US" sz="1600">
                <a:cs typeface="Calibri"/>
              </a:rPr>
              <a:t>: E &gt; E</a:t>
            </a:r>
            <a:r>
              <a:rPr lang="en-US" sz="1600" baseline="-25000">
                <a:cs typeface="Calibri"/>
              </a:rPr>
              <a:t>1</a:t>
            </a:r>
            <a:r>
              <a:rPr lang="en-US" sz="1600">
                <a:cs typeface="Calibri"/>
              </a:rPr>
              <a:t> </a:t>
            </a:r>
          </a:p>
        </p:txBody>
      </p:sp>
      <p:sp>
        <p:nvSpPr>
          <p:cNvPr id="13" name="TextBox 12">
            <a:extLst>
              <a:ext uri="{FF2B5EF4-FFF2-40B4-BE49-F238E27FC236}">
                <a16:creationId xmlns:a16="http://schemas.microsoft.com/office/drawing/2014/main" id="{3F9B291D-E87A-8757-7714-BB67D02404FF}"/>
              </a:ext>
            </a:extLst>
          </p:cNvPr>
          <p:cNvSpPr txBox="1"/>
          <p:nvPr/>
        </p:nvSpPr>
        <p:spPr>
          <a:xfrm>
            <a:off x="8183425" y="2794454"/>
            <a:ext cx="133177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S</a:t>
            </a:r>
            <a:r>
              <a:rPr lang="en-US" sz="1600" baseline="-25000">
                <a:cs typeface="Calibri"/>
              </a:rPr>
              <a:t>2</a:t>
            </a:r>
            <a:r>
              <a:rPr lang="en-US" sz="1600">
                <a:cs typeface="Calibri"/>
              </a:rPr>
              <a:t>: E &gt; E</a:t>
            </a:r>
            <a:r>
              <a:rPr lang="en-US" sz="1600" baseline="-25000">
                <a:cs typeface="Calibri"/>
              </a:rPr>
              <a:t>2</a:t>
            </a:r>
          </a:p>
        </p:txBody>
      </p:sp>
      <p:sp>
        <p:nvSpPr>
          <p:cNvPr id="14" name="TextBox 13">
            <a:extLst>
              <a:ext uri="{FF2B5EF4-FFF2-40B4-BE49-F238E27FC236}">
                <a16:creationId xmlns:a16="http://schemas.microsoft.com/office/drawing/2014/main" id="{26CCD3EB-A646-0974-5B8D-64E82924738C}"/>
              </a:ext>
            </a:extLst>
          </p:cNvPr>
          <p:cNvSpPr txBox="1"/>
          <p:nvPr/>
        </p:nvSpPr>
        <p:spPr>
          <a:xfrm>
            <a:off x="9325914" y="2785274"/>
            <a:ext cx="160719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S</a:t>
            </a:r>
            <a:r>
              <a:rPr lang="en-US" sz="1600" baseline="-25000">
                <a:cs typeface="Calibri"/>
              </a:rPr>
              <a:t>3</a:t>
            </a:r>
            <a:r>
              <a:rPr lang="en-US" sz="1600">
                <a:cs typeface="Calibri"/>
              </a:rPr>
              <a:t>: E &gt; E</a:t>
            </a:r>
            <a:r>
              <a:rPr lang="en-US" sz="1600" baseline="-25000">
                <a:cs typeface="Calibri"/>
              </a:rPr>
              <a:t>3</a:t>
            </a:r>
            <a:endParaRPr lang="en-US"/>
          </a:p>
        </p:txBody>
      </p:sp>
      <p:cxnSp>
        <p:nvCxnSpPr>
          <p:cNvPr id="15" name="Straight Arrow Connector 14">
            <a:extLst>
              <a:ext uri="{FF2B5EF4-FFF2-40B4-BE49-F238E27FC236}">
                <a16:creationId xmlns:a16="http://schemas.microsoft.com/office/drawing/2014/main" id="{7B1C4E20-2623-0E84-9C47-0BC20E4E2A5A}"/>
              </a:ext>
            </a:extLst>
          </p:cNvPr>
          <p:cNvCxnSpPr/>
          <p:nvPr/>
        </p:nvCxnSpPr>
        <p:spPr>
          <a:xfrm flipH="1">
            <a:off x="10014332" y="1612825"/>
            <a:ext cx="343360" cy="84095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34E551-7C70-6785-DBC9-638E02C4DB05}"/>
              </a:ext>
            </a:extLst>
          </p:cNvPr>
          <p:cNvSpPr txBox="1"/>
          <p:nvPr/>
        </p:nvSpPr>
        <p:spPr>
          <a:xfrm>
            <a:off x="9725786" y="1371441"/>
            <a:ext cx="166227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a:rPr>
              <a:t>N</a:t>
            </a:r>
            <a:r>
              <a:rPr lang="en-US" sz="1600" baseline="-25000">
                <a:cs typeface="Calibri"/>
              </a:rPr>
              <a:t>3</a:t>
            </a:r>
            <a:r>
              <a:rPr lang="en-US" sz="1600">
                <a:cs typeface="Calibri"/>
              </a:rPr>
              <a:t> = </a:t>
            </a:r>
            <a:r>
              <a:rPr lang="en-US" sz="1600" baseline="-25000">
                <a:cs typeface="Calibri"/>
              </a:rPr>
              <a:t> </a:t>
            </a:r>
            <a:r>
              <a:rPr lang="en-US" sz="1600">
                <a:ea typeface="+mn-lt"/>
                <a:cs typeface="+mn-lt"/>
              </a:rPr>
              <a:t>∫</a:t>
            </a:r>
            <a:r>
              <a:rPr lang="en-US" sz="1600" baseline="-25000">
                <a:ea typeface="+mn-lt"/>
                <a:cs typeface="+mn-lt"/>
              </a:rPr>
              <a:t>E3 </a:t>
            </a:r>
            <a:r>
              <a:rPr lang="en-US" sz="1600">
                <a:ea typeface="+mn-lt"/>
                <a:cs typeface="+mn-lt"/>
              </a:rPr>
              <a:t>f(E) </a:t>
            </a:r>
            <a:r>
              <a:rPr lang="en-US" sz="1600" err="1">
                <a:ea typeface="+mn-lt"/>
                <a:cs typeface="+mn-lt"/>
              </a:rPr>
              <a:t>dE</a:t>
            </a:r>
            <a:endParaRPr lang="en-US" sz="1600" err="1">
              <a:cs typeface="Calibri"/>
            </a:endParaRPr>
          </a:p>
        </p:txBody>
      </p:sp>
      <p:pic>
        <p:nvPicPr>
          <p:cNvPr id="18" name="Picture 17" descr="A screenshot of a graph&#10;&#10;Description automatically generated">
            <a:extLst>
              <a:ext uri="{FF2B5EF4-FFF2-40B4-BE49-F238E27FC236}">
                <a16:creationId xmlns:a16="http://schemas.microsoft.com/office/drawing/2014/main" id="{BCB22F3B-F74E-F45E-F406-DC69BC42AB84}"/>
              </a:ext>
            </a:extLst>
          </p:cNvPr>
          <p:cNvPicPr>
            <a:picLocks noChangeAspect="1"/>
          </p:cNvPicPr>
          <p:nvPr/>
        </p:nvPicPr>
        <p:blipFill rotWithShape="1">
          <a:blip r:embed="rId3"/>
          <a:srcRect t="50162" r="49474" b="141"/>
          <a:stretch/>
        </p:blipFill>
        <p:spPr>
          <a:xfrm>
            <a:off x="3397955" y="4325644"/>
            <a:ext cx="3239004" cy="2333931"/>
          </a:xfrm>
          <a:prstGeom prst="rect">
            <a:avLst/>
          </a:prstGeom>
        </p:spPr>
      </p:pic>
      <p:sp>
        <p:nvSpPr>
          <p:cNvPr id="19" name="TextBox 18">
            <a:extLst>
              <a:ext uri="{FF2B5EF4-FFF2-40B4-BE49-F238E27FC236}">
                <a16:creationId xmlns:a16="http://schemas.microsoft.com/office/drawing/2014/main" id="{32F6B0AC-B610-FFDB-D7F5-1EC35309F1D3}"/>
              </a:ext>
            </a:extLst>
          </p:cNvPr>
          <p:cNvSpPr txBox="1"/>
          <p:nvPr/>
        </p:nvSpPr>
        <p:spPr>
          <a:xfrm>
            <a:off x="2144888" y="4402666"/>
            <a:ext cx="12511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panose="020F0502020204030204"/>
              </a:rPr>
              <a:t>&gt;10 keV</a:t>
            </a:r>
            <a:endParaRPr lang="en-US" dirty="0"/>
          </a:p>
        </p:txBody>
      </p:sp>
      <p:sp>
        <p:nvSpPr>
          <p:cNvPr id="20" name="TextBox 19">
            <a:extLst>
              <a:ext uri="{FF2B5EF4-FFF2-40B4-BE49-F238E27FC236}">
                <a16:creationId xmlns:a16="http://schemas.microsoft.com/office/drawing/2014/main" id="{E596D786-A334-81B0-9CCF-25C0E9EA90EE}"/>
              </a:ext>
            </a:extLst>
          </p:cNvPr>
          <p:cNvSpPr txBox="1"/>
          <p:nvPr/>
        </p:nvSpPr>
        <p:spPr>
          <a:xfrm>
            <a:off x="5362221" y="4402667"/>
            <a:ext cx="12511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panose="020F0502020204030204"/>
              </a:rPr>
              <a:t>&gt;1 MeV</a:t>
            </a:r>
            <a:endParaRPr lang="en-US" dirty="0"/>
          </a:p>
        </p:txBody>
      </p:sp>
      <p:pic>
        <p:nvPicPr>
          <p:cNvPr id="3" name="Picture 2" descr="A graph with different colored lines&#10;&#10;Description automatically generated">
            <a:extLst>
              <a:ext uri="{FF2B5EF4-FFF2-40B4-BE49-F238E27FC236}">
                <a16:creationId xmlns:a16="http://schemas.microsoft.com/office/drawing/2014/main" id="{91504FD2-53AE-8232-68F6-C61B2CA3A3D6}"/>
              </a:ext>
            </a:extLst>
          </p:cNvPr>
          <p:cNvPicPr>
            <a:picLocks noChangeAspect="1"/>
          </p:cNvPicPr>
          <p:nvPr/>
        </p:nvPicPr>
        <p:blipFill>
          <a:blip r:embed="rId4"/>
          <a:stretch>
            <a:fillRect/>
          </a:stretch>
        </p:blipFill>
        <p:spPr>
          <a:xfrm>
            <a:off x="6967268" y="4010088"/>
            <a:ext cx="3548332" cy="2647821"/>
          </a:xfrm>
          <a:prstGeom prst="rect">
            <a:avLst/>
          </a:prstGeom>
        </p:spPr>
      </p:pic>
      <p:sp>
        <p:nvSpPr>
          <p:cNvPr id="21" name="TextBox 20">
            <a:extLst>
              <a:ext uri="{FF2B5EF4-FFF2-40B4-BE49-F238E27FC236}">
                <a16:creationId xmlns:a16="http://schemas.microsoft.com/office/drawing/2014/main" id="{95EBFF90-6D0C-F236-127C-C910C4CF7DA6}"/>
              </a:ext>
            </a:extLst>
          </p:cNvPr>
          <p:cNvSpPr txBox="1"/>
          <p:nvPr/>
        </p:nvSpPr>
        <p:spPr>
          <a:xfrm>
            <a:off x="7467328" y="5658838"/>
            <a:ext cx="235083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Representation of renormalization fraction</a:t>
            </a:r>
            <a:endParaRPr lang="en-US" dirty="0"/>
          </a:p>
        </p:txBody>
      </p:sp>
      <p:sp>
        <p:nvSpPr>
          <p:cNvPr id="22" name="TextBox 21">
            <a:extLst>
              <a:ext uri="{FF2B5EF4-FFF2-40B4-BE49-F238E27FC236}">
                <a16:creationId xmlns:a16="http://schemas.microsoft.com/office/drawing/2014/main" id="{A33896A3-7E75-A731-D2D9-50E15332D489}"/>
              </a:ext>
            </a:extLst>
          </p:cNvPr>
          <p:cNvSpPr txBox="1"/>
          <p:nvPr/>
        </p:nvSpPr>
        <p:spPr>
          <a:xfrm>
            <a:off x="679373" y="1505638"/>
            <a:ext cx="5306458"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Calibri"/>
                <a:cs typeface="Calibri"/>
              </a:rPr>
              <a:t>With the direct sampling method, the highest energies can be unlikely to be sampled. To fully explore the higher energy region of the domain, the spectra are truncated at some energy </a:t>
            </a:r>
            <a:r>
              <a:rPr lang="en-US" sz="1400" i="1" dirty="0">
                <a:ea typeface="Calibri"/>
                <a:cs typeface="Calibri"/>
              </a:rPr>
              <a:t>E</a:t>
            </a:r>
            <a:r>
              <a:rPr lang="en-US" sz="1400" dirty="0">
                <a:ea typeface="Calibri"/>
                <a:cs typeface="Calibri"/>
              </a:rPr>
              <a:t> and only energies above </a:t>
            </a:r>
            <a:r>
              <a:rPr lang="en-US" sz="1400" i="1" dirty="0">
                <a:ea typeface="Calibri"/>
                <a:cs typeface="Calibri"/>
              </a:rPr>
              <a:t>E</a:t>
            </a:r>
            <a:r>
              <a:rPr lang="en-US" sz="1400" dirty="0">
                <a:ea typeface="Calibri"/>
                <a:cs typeface="Calibri"/>
              </a:rPr>
              <a:t> are simulated. The simulation results are then renormalized by the amount of flux &gt; </a:t>
            </a:r>
            <a:r>
              <a:rPr lang="en-US" sz="1400" i="1" dirty="0">
                <a:ea typeface="Calibri"/>
                <a:cs typeface="Calibri"/>
              </a:rPr>
              <a:t>E</a:t>
            </a:r>
            <a:endParaRPr lang="en-US" sz="1400" dirty="0">
              <a:ea typeface="Calibri"/>
              <a:cs typeface="Calibri"/>
            </a:endParaRPr>
          </a:p>
          <a:p>
            <a:endParaRPr lang="en-US" sz="1400" dirty="0">
              <a:ea typeface="Calibri"/>
              <a:cs typeface="Calibri"/>
            </a:endParaRPr>
          </a:p>
          <a:p>
            <a:endParaRPr lang="en-US" sz="1400" dirty="0">
              <a:ea typeface="Calibri"/>
              <a:cs typeface="Calibri"/>
            </a:endParaRPr>
          </a:p>
          <a:p>
            <a:r>
              <a:rPr lang="en-US" sz="1400" dirty="0">
                <a:ea typeface="Calibri"/>
                <a:cs typeface="Calibri"/>
              </a:rPr>
              <a:t>Bias energies</a:t>
            </a:r>
            <a:endParaRPr lang="en-US" sz="1400">
              <a:ea typeface="Calibri"/>
              <a:cs typeface="Calibri"/>
            </a:endParaRPr>
          </a:p>
          <a:p>
            <a:pPr marL="285750" indent="-285750">
              <a:buFont typeface="Arial"/>
              <a:buChar char="•"/>
            </a:pPr>
            <a:r>
              <a:rPr lang="en-US" sz="1400" dirty="0">
                <a:ea typeface="Calibri"/>
                <a:cs typeface="Calibri"/>
              </a:rPr>
              <a:t>E</a:t>
            </a:r>
            <a:r>
              <a:rPr lang="en-US" sz="1400" baseline="-25000" dirty="0">
                <a:ea typeface="Calibri"/>
                <a:cs typeface="Calibri"/>
              </a:rPr>
              <a:t>1</a:t>
            </a:r>
            <a:r>
              <a:rPr lang="en-US" sz="1400" dirty="0">
                <a:ea typeface="Calibri"/>
                <a:cs typeface="Calibri"/>
              </a:rPr>
              <a:t>  &gt;10 keV    , N1 = 6.954 x 10</a:t>
            </a:r>
            <a:r>
              <a:rPr lang="en-US" sz="1400" baseline="30000" dirty="0">
                <a:ea typeface="Calibri"/>
                <a:cs typeface="Calibri"/>
              </a:rPr>
              <a:t>3 </a:t>
            </a:r>
            <a:r>
              <a:rPr lang="en-US" sz="1400" dirty="0">
                <a:ea typeface="Calibri"/>
                <a:cs typeface="Calibri"/>
              </a:rPr>
              <a:t>cm</a:t>
            </a:r>
            <a:r>
              <a:rPr lang="en-US" sz="1400" baseline="30000" dirty="0">
                <a:ea typeface="Calibri"/>
                <a:cs typeface="Calibri"/>
              </a:rPr>
              <a:t>-2</a:t>
            </a:r>
            <a:r>
              <a:rPr lang="en-US" sz="1400" dirty="0">
                <a:ea typeface="Calibri"/>
                <a:cs typeface="Calibri"/>
              </a:rPr>
              <a:t> s</a:t>
            </a:r>
            <a:r>
              <a:rPr lang="en-US" sz="1400" baseline="30000" dirty="0">
                <a:ea typeface="Calibri"/>
                <a:cs typeface="Calibri"/>
              </a:rPr>
              <a:t>-1</a:t>
            </a:r>
            <a:r>
              <a:rPr lang="en-US" sz="1400" dirty="0">
                <a:ea typeface="Calibri"/>
                <a:cs typeface="Calibri"/>
              </a:rPr>
              <a:t> sr</a:t>
            </a:r>
            <a:r>
              <a:rPr lang="en-US" sz="1400" baseline="30000" dirty="0">
                <a:ea typeface="Calibri"/>
                <a:cs typeface="Calibri"/>
              </a:rPr>
              <a:t>-1</a:t>
            </a:r>
          </a:p>
          <a:p>
            <a:pPr marL="285750" indent="-285750">
              <a:buFont typeface="Arial"/>
              <a:buChar char="•"/>
            </a:pPr>
            <a:r>
              <a:rPr lang="en-US" sz="1400" dirty="0">
                <a:ea typeface="Calibri"/>
                <a:cs typeface="Calibri"/>
              </a:rPr>
              <a:t>E</a:t>
            </a:r>
            <a:r>
              <a:rPr lang="en-US" sz="1400" baseline="-25000" dirty="0">
                <a:ea typeface="Calibri"/>
                <a:cs typeface="Calibri"/>
              </a:rPr>
              <a:t>2</a:t>
            </a:r>
            <a:r>
              <a:rPr lang="en-US" sz="1400" dirty="0">
                <a:ea typeface="Calibri"/>
                <a:cs typeface="Calibri"/>
              </a:rPr>
              <a:t>  &gt;1 MeV    , N2 = 7.970 x 10</a:t>
            </a:r>
            <a:r>
              <a:rPr lang="en-US" sz="1400" baseline="30000" dirty="0">
                <a:ea typeface="Calibri"/>
                <a:cs typeface="Calibri"/>
              </a:rPr>
              <a:t>1 </a:t>
            </a:r>
            <a:r>
              <a:rPr lang="en-US" sz="1400" dirty="0">
                <a:ea typeface="Calibri"/>
                <a:cs typeface="Calibri"/>
              </a:rPr>
              <a:t>cm</a:t>
            </a:r>
            <a:r>
              <a:rPr lang="en-US" sz="1400" baseline="30000" dirty="0">
                <a:ea typeface="Calibri"/>
                <a:cs typeface="Calibri"/>
              </a:rPr>
              <a:t>-2</a:t>
            </a:r>
            <a:r>
              <a:rPr lang="en-US" sz="1400" dirty="0">
                <a:ea typeface="Calibri"/>
                <a:cs typeface="Calibri"/>
              </a:rPr>
              <a:t> s</a:t>
            </a:r>
            <a:r>
              <a:rPr lang="en-US" sz="1400" baseline="30000" dirty="0">
                <a:ea typeface="Calibri"/>
                <a:cs typeface="Calibri"/>
              </a:rPr>
              <a:t>-1 </a:t>
            </a:r>
            <a:r>
              <a:rPr lang="en-US" sz="1400" dirty="0">
                <a:ea typeface="Calibri"/>
                <a:cs typeface="Calibri"/>
              </a:rPr>
              <a:t>sr</a:t>
            </a:r>
            <a:r>
              <a:rPr lang="en-US" sz="1400" baseline="30000" dirty="0">
                <a:ea typeface="Calibri"/>
                <a:cs typeface="Calibri"/>
              </a:rPr>
              <a:t>-1</a:t>
            </a:r>
          </a:p>
          <a:p>
            <a:pPr marL="285750" indent="-285750">
              <a:buFont typeface="Arial"/>
              <a:buChar char="•"/>
            </a:pPr>
            <a:r>
              <a:rPr lang="en-US" sz="1400" dirty="0">
                <a:ea typeface="Calibri"/>
                <a:cs typeface="Calibri"/>
              </a:rPr>
              <a:t>E</a:t>
            </a:r>
            <a:r>
              <a:rPr lang="en-US" sz="1400" baseline="-25000" dirty="0">
                <a:ea typeface="Calibri"/>
                <a:cs typeface="Calibri"/>
              </a:rPr>
              <a:t>3</a:t>
            </a:r>
            <a:r>
              <a:rPr lang="en-US" sz="1400" dirty="0">
                <a:ea typeface="Calibri"/>
                <a:cs typeface="Calibri"/>
              </a:rPr>
              <a:t>  &gt;1.8 MeV , N3 = 7.998 x 10</a:t>
            </a:r>
            <a:r>
              <a:rPr lang="en-US" sz="1400" baseline="30000" dirty="0">
                <a:ea typeface="Calibri"/>
                <a:cs typeface="Calibri"/>
              </a:rPr>
              <a:t>0 </a:t>
            </a:r>
            <a:r>
              <a:rPr lang="en-US" sz="1400" dirty="0">
                <a:ea typeface="+mn-lt"/>
                <a:cs typeface="+mn-lt"/>
              </a:rPr>
              <a:t>cm</a:t>
            </a:r>
            <a:r>
              <a:rPr lang="en-US" sz="1400" baseline="30000" dirty="0">
                <a:ea typeface="+mn-lt"/>
                <a:cs typeface="+mn-lt"/>
              </a:rPr>
              <a:t>-2</a:t>
            </a:r>
            <a:r>
              <a:rPr lang="en-US" sz="1400" dirty="0">
                <a:ea typeface="+mn-lt"/>
                <a:cs typeface="+mn-lt"/>
              </a:rPr>
              <a:t> s</a:t>
            </a:r>
            <a:r>
              <a:rPr lang="en-US" sz="1400" baseline="30000" dirty="0">
                <a:ea typeface="+mn-lt"/>
                <a:cs typeface="+mn-lt"/>
              </a:rPr>
              <a:t>-1</a:t>
            </a:r>
            <a:r>
              <a:rPr lang="en-US" sz="1400" dirty="0">
                <a:ea typeface="+mn-lt"/>
                <a:cs typeface="+mn-lt"/>
              </a:rPr>
              <a:t> sr</a:t>
            </a:r>
            <a:r>
              <a:rPr lang="en-US" sz="1400" baseline="30000" dirty="0">
                <a:ea typeface="+mn-lt"/>
                <a:cs typeface="+mn-lt"/>
              </a:rPr>
              <a:t>-1</a:t>
            </a:r>
          </a:p>
        </p:txBody>
      </p:sp>
    </p:spTree>
    <p:extLst>
      <p:ext uri="{BB962C8B-B14F-4D97-AF65-F5344CB8AC3E}">
        <p14:creationId xmlns:p14="http://schemas.microsoft.com/office/powerpoint/2010/main" val="831848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A14E6-3ECD-2869-EF84-D8A532F66CAD}"/>
              </a:ext>
            </a:extLst>
          </p:cNvPr>
          <p:cNvSpPr>
            <a:spLocks noGrp="1"/>
          </p:cNvSpPr>
          <p:nvPr>
            <p:ph type="title"/>
          </p:nvPr>
        </p:nvSpPr>
        <p:spPr/>
        <p:txBody>
          <a:bodyPr/>
          <a:lstStyle/>
          <a:p>
            <a:r>
              <a:rPr lang="en-US" dirty="0">
                <a:ea typeface="Calibri Light"/>
                <a:cs typeface="Calibri Light"/>
              </a:rPr>
              <a:t>Bias Simulation Results</a:t>
            </a:r>
            <a:endParaRPr lang="en-US" dirty="0"/>
          </a:p>
        </p:txBody>
      </p:sp>
      <p:pic>
        <p:nvPicPr>
          <p:cNvPr id="3" name="Picture 2" descr="A graph of a graph of a graph of a graph of a graph of a graph of a graph of a graph of a graph of a graph of a graph of a graph of a graph of&#10;&#10;Description automatically generated">
            <a:extLst>
              <a:ext uri="{FF2B5EF4-FFF2-40B4-BE49-F238E27FC236}">
                <a16:creationId xmlns:a16="http://schemas.microsoft.com/office/drawing/2014/main" id="{7BC3D1C1-1AFC-DFFD-7EB2-8533820FDACF}"/>
              </a:ext>
            </a:extLst>
          </p:cNvPr>
          <p:cNvPicPr>
            <a:picLocks noChangeAspect="1"/>
          </p:cNvPicPr>
          <p:nvPr/>
        </p:nvPicPr>
        <p:blipFill>
          <a:blip r:embed="rId2"/>
          <a:stretch>
            <a:fillRect/>
          </a:stretch>
        </p:blipFill>
        <p:spPr>
          <a:xfrm>
            <a:off x="6024097" y="3429001"/>
            <a:ext cx="6096316" cy="3394825"/>
          </a:xfrm>
          <a:prstGeom prst="rect">
            <a:avLst/>
          </a:prstGeom>
        </p:spPr>
      </p:pic>
      <p:sp>
        <p:nvSpPr>
          <p:cNvPr id="4" name="TextBox 3">
            <a:extLst>
              <a:ext uri="{FF2B5EF4-FFF2-40B4-BE49-F238E27FC236}">
                <a16:creationId xmlns:a16="http://schemas.microsoft.com/office/drawing/2014/main" id="{E5B1FE0A-15CD-031F-DC88-F963A757777A}"/>
              </a:ext>
            </a:extLst>
          </p:cNvPr>
          <p:cNvSpPr txBox="1"/>
          <p:nvPr/>
        </p:nvSpPr>
        <p:spPr>
          <a:xfrm>
            <a:off x="460962" y="1702740"/>
            <a:ext cx="5559777"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panose="020F0502020204030204"/>
                <a:cs typeface="Calibri" panose="020F0502020204030204"/>
              </a:rPr>
              <a:t>The following energy bias simulations are run through the thinnest atmosphere profile</a:t>
            </a:r>
          </a:p>
          <a:p>
            <a:pPr marL="285750" indent="-285750">
              <a:buFont typeface="Arial"/>
              <a:buChar char="•"/>
            </a:pPr>
            <a:r>
              <a:rPr lang="en-US" dirty="0">
                <a:ea typeface="Calibri" panose="020F0502020204030204"/>
                <a:cs typeface="Calibri" panose="020F0502020204030204"/>
              </a:rPr>
              <a:t>&gt;1 MeV, 10</a:t>
            </a:r>
            <a:r>
              <a:rPr lang="en-US" baseline="30000" dirty="0">
                <a:ea typeface="Calibri" panose="020F0502020204030204"/>
                <a:cs typeface="Calibri" panose="020F0502020204030204"/>
              </a:rPr>
              <a:t>6</a:t>
            </a:r>
            <a:r>
              <a:rPr lang="en-US" dirty="0">
                <a:ea typeface="Calibri" panose="020F0502020204030204"/>
                <a:cs typeface="Calibri" panose="020F0502020204030204"/>
              </a:rPr>
              <a:t> electrons</a:t>
            </a:r>
            <a:endParaRPr lang="en-US"/>
          </a:p>
          <a:p>
            <a:pPr marL="742950" lvl="1" indent="-285750">
              <a:buFont typeface="Arial"/>
              <a:buChar char="•"/>
            </a:pPr>
            <a:r>
              <a:rPr lang="en-US" dirty="0">
                <a:ea typeface="Calibri" panose="020F0502020204030204"/>
                <a:cs typeface="Calibri" panose="020F0502020204030204"/>
              </a:rPr>
              <a:t>Radiation does not reach 11 km</a:t>
            </a:r>
          </a:p>
          <a:p>
            <a:pPr marL="285750" indent="-285750">
              <a:buFont typeface="Arial"/>
              <a:buChar char="•"/>
            </a:pPr>
            <a:r>
              <a:rPr lang="en-US" dirty="0">
                <a:ea typeface="Calibri" panose="020F0502020204030204"/>
                <a:cs typeface="Calibri" panose="020F0502020204030204"/>
              </a:rPr>
              <a:t> &gt;1.8 MeV, 10</a:t>
            </a:r>
            <a:r>
              <a:rPr lang="en-US" baseline="30000" dirty="0">
                <a:ea typeface="Calibri" panose="020F0502020204030204"/>
                <a:cs typeface="Calibri" panose="020F0502020204030204"/>
              </a:rPr>
              <a:t>5</a:t>
            </a:r>
            <a:r>
              <a:rPr lang="en-US" dirty="0">
                <a:ea typeface="Calibri" panose="020F0502020204030204"/>
                <a:cs typeface="Calibri" panose="020F0502020204030204"/>
              </a:rPr>
              <a:t> electrons</a:t>
            </a:r>
          </a:p>
          <a:p>
            <a:pPr marL="742950" lvl="1" indent="-285750">
              <a:buFont typeface="Arial"/>
              <a:buChar char="•"/>
            </a:pPr>
            <a:r>
              <a:rPr lang="en-US" dirty="0">
                <a:ea typeface="Calibri" panose="020F0502020204030204"/>
                <a:cs typeface="Calibri" panose="020F0502020204030204"/>
              </a:rPr>
              <a:t>Radiation does reach 11 km, ~10</a:t>
            </a:r>
            <a:r>
              <a:rPr lang="en-US" baseline="30000" dirty="0">
                <a:ea typeface="Calibri" panose="020F0502020204030204"/>
                <a:cs typeface="Calibri" panose="020F0502020204030204"/>
              </a:rPr>
              <a:t>-6 </a:t>
            </a:r>
            <a:r>
              <a:rPr lang="en-US" dirty="0" err="1">
                <a:ea typeface="Calibri" panose="020F0502020204030204"/>
                <a:cs typeface="Calibri" panose="020F0502020204030204"/>
              </a:rPr>
              <a:t>uSv</a:t>
            </a:r>
            <a:r>
              <a:rPr lang="en-US" dirty="0">
                <a:ea typeface="Calibri" panose="020F0502020204030204"/>
                <a:cs typeface="Calibri" panose="020F0502020204030204"/>
              </a:rPr>
              <a:t>/</a:t>
            </a:r>
            <a:r>
              <a:rPr lang="en-US" dirty="0" err="1">
                <a:ea typeface="Calibri" panose="020F0502020204030204"/>
                <a:cs typeface="Calibri" panose="020F0502020204030204"/>
              </a:rPr>
              <a:t>hr</a:t>
            </a:r>
            <a:r>
              <a:rPr lang="en-US" dirty="0">
                <a:ea typeface="Calibri" panose="020F0502020204030204"/>
                <a:cs typeface="Calibri" panose="020F0502020204030204"/>
              </a:rPr>
              <a:t> </a:t>
            </a:r>
          </a:p>
          <a:p>
            <a:r>
              <a:rPr lang="en-US" dirty="0">
                <a:ea typeface="Calibri" panose="020F0502020204030204"/>
                <a:cs typeface="Calibri" panose="020F0502020204030204"/>
              </a:rPr>
              <a:t>Standard deviation </a:t>
            </a:r>
            <a:r>
              <a:rPr lang="en-US" i="1" dirty="0">
                <a:ea typeface="Calibri" panose="020F0502020204030204"/>
                <a:cs typeface="Calibri" panose="020F0502020204030204"/>
              </a:rPr>
              <a:t>s</a:t>
            </a:r>
            <a:r>
              <a:rPr lang="en-US" dirty="0">
                <a:ea typeface="Calibri" panose="020F0502020204030204"/>
                <a:cs typeface="Calibri" panose="020F0502020204030204"/>
              </a:rPr>
              <a:t> calculated between 40 simulation threads of 10</a:t>
            </a:r>
            <a:r>
              <a:rPr lang="en-US" baseline="30000" dirty="0">
                <a:ea typeface="Calibri" panose="020F0502020204030204"/>
                <a:cs typeface="Calibri" panose="020F0502020204030204"/>
              </a:rPr>
              <a:t>6</a:t>
            </a:r>
            <a:r>
              <a:rPr lang="en-US" dirty="0">
                <a:ea typeface="Calibri" panose="020F0502020204030204"/>
                <a:cs typeface="Calibri" panose="020F0502020204030204"/>
              </a:rPr>
              <a:t>/40 and 10</a:t>
            </a:r>
            <a:r>
              <a:rPr lang="en-US" baseline="30000" dirty="0">
                <a:ea typeface="Calibri" panose="020F0502020204030204"/>
                <a:cs typeface="Calibri" panose="020F0502020204030204"/>
              </a:rPr>
              <a:t>5</a:t>
            </a:r>
            <a:r>
              <a:rPr lang="en-US" dirty="0">
                <a:ea typeface="Calibri" panose="020F0502020204030204"/>
                <a:cs typeface="Calibri" panose="020F0502020204030204"/>
              </a:rPr>
              <a:t>/40 particles/thread for both simulations: </a:t>
            </a:r>
            <a:r>
              <a:rPr lang="en-US" i="1" dirty="0">
                <a:ea typeface="Calibri" panose="020F0502020204030204"/>
                <a:cs typeface="Calibri" panose="020F0502020204030204"/>
              </a:rPr>
              <a:t>s</a:t>
            </a:r>
            <a:r>
              <a:rPr lang="en-US" dirty="0">
                <a:ea typeface="Calibri" panose="020F0502020204030204"/>
                <a:cs typeface="Calibri" panose="020F0502020204030204"/>
              </a:rPr>
              <a:t> &lt; 40% of mean radiation dose value</a:t>
            </a:r>
          </a:p>
          <a:p>
            <a:pPr marL="742950" lvl="1" indent="-285750">
              <a:buFont typeface="Arial"/>
              <a:buChar char="•"/>
            </a:pPr>
            <a:r>
              <a:rPr lang="en-US" dirty="0">
                <a:ea typeface="Calibri" panose="020F0502020204030204"/>
                <a:cs typeface="Calibri" panose="020F0502020204030204"/>
              </a:rPr>
              <a:t>I.e., 1.96 * s for a 95% confidence yields </a:t>
            </a:r>
            <a:br>
              <a:rPr lang="en-US" dirty="0">
                <a:ea typeface="Calibri" panose="020F0502020204030204"/>
                <a:cs typeface="Calibri" panose="020F0502020204030204"/>
              </a:rPr>
            </a:br>
            <a:r>
              <a:rPr lang="en-US" dirty="0">
                <a:ea typeface="Calibri" panose="020F0502020204030204"/>
                <a:cs typeface="Calibri" panose="020F0502020204030204"/>
              </a:rPr>
              <a:t>&lt; 10</a:t>
            </a:r>
            <a:r>
              <a:rPr lang="en-US" baseline="30000" dirty="0">
                <a:ea typeface="Calibri" panose="020F0502020204030204"/>
                <a:cs typeface="Calibri" panose="020F0502020204030204"/>
              </a:rPr>
              <a:t>-5</a:t>
            </a:r>
            <a:r>
              <a:rPr lang="en-US" dirty="0">
                <a:ea typeface="Calibri" panose="020F0502020204030204"/>
                <a:cs typeface="Calibri" panose="020F0502020204030204"/>
              </a:rPr>
              <a:t> </a:t>
            </a:r>
            <a:r>
              <a:rPr lang="en-US" err="1">
                <a:ea typeface="Calibri" panose="020F0502020204030204"/>
                <a:cs typeface="Calibri" panose="020F0502020204030204"/>
              </a:rPr>
              <a:t>uSv</a:t>
            </a:r>
            <a:r>
              <a:rPr lang="en-US" dirty="0">
                <a:ea typeface="Calibri" panose="020F0502020204030204"/>
                <a:cs typeface="Calibri" panose="020F0502020204030204"/>
              </a:rPr>
              <a:t>/</a:t>
            </a:r>
            <a:r>
              <a:rPr lang="en-US" err="1">
                <a:ea typeface="Calibri" panose="020F0502020204030204"/>
                <a:cs typeface="Calibri" panose="020F0502020204030204"/>
              </a:rPr>
              <a:t>hr</a:t>
            </a:r>
            <a:endParaRPr lang="en-US">
              <a:ea typeface="Calibri" panose="020F0502020204030204"/>
              <a:cs typeface="Calibri" panose="020F0502020204030204"/>
            </a:endParaRPr>
          </a:p>
          <a:p>
            <a:pPr marL="742950" lvl="1" indent="-285750">
              <a:buFont typeface="Arial"/>
              <a:buChar char="•"/>
            </a:pPr>
            <a:endParaRPr lang="en-US" dirty="0">
              <a:ea typeface="Calibri" panose="020F0502020204030204"/>
              <a:cs typeface="Calibri" panose="020F0502020204030204"/>
            </a:endParaRPr>
          </a:p>
          <a:p>
            <a:r>
              <a:rPr lang="en-US" sz="1400" dirty="0">
                <a:ea typeface="Calibri" panose="020F0502020204030204"/>
                <a:cs typeface="Calibri" panose="020F0502020204030204"/>
              </a:rPr>
              <a:t>NB: I also implement the bremsstrahlung splitting (BS) biasing method: for each time a bremsstrahlung interaction occurs, the cross section is sampled </a:t>
            </a:r>
            <a:r>
              <a:rPr lang="en-US" sz="1400" i="1" dirty="0">
                <a:ea typeface="Calibri" panose="020F0502020204030204"/>
                <a:cs typeface="Calibri" panose="020F0502020204030204"/>
              </a:rPr>
              <a:t>N</a:t>
            </a:r>
            <a:r>
              <a:rPr lang="en-US" sz="1400" dirty="0">
                <a:ea typeface="Calibri" panose="020F0502020204030204"/>
                <a:cs typeface="Calibri" panose="020F0502020204030204"/>
              </a:rPr>
              <a:t> times (in our case N = 100) and propagates those photons with weights 1/</a:t>
            </a:r>
            <a:r>
              <a:rPr lang="en-US" sz="1400" i="1" dirty="0">
                <a:ea typeface="Calibri" panose="020F0502020204030204"/>
                <a:cs typeface="Calibri" panose="020F0502020204030204"/>
              </a:rPr>
              <a:t>N</a:t>
            </a:r>
            <a:r>
              <a:rPr lang="en-US" sz="1400" dirty="0">
                <a:ea typeface="Calibri" panose="020F0502020204030204"/>
                <a:cs typeface="Calibri" panose="020F0502020204030204"/>
              </a:rPr>
              <a:t>. This method was verified by Xu, et al. 2019 as well as Berland, et al. 2023.</a:t>
            </a:r>
          </a:p>
        </p:txBody>
      </p:sp>
      <p:pic>
        <p:nvPicPr>
          <p:cNvPr id="8" name="Content Placeholder 7" descr="A screen shot of a graph&#10;&#10;Description automatically generated">
            <a:extLst>
              <a:ext uri="{FF2B5EF4-FFF2-40B4-BE49-F238E27FC236}">
                <a16:creationId xmlns:a16="http://schemas.microsoft.com/office/drawing/2014/main" id="{B582F060-ECD0-EAF4-59BD-4EA738233259}"/>
              </a:ext>
            </a:extLst>
          </p:cNvPr>
          <p:cNvPicPr>
            <a:picLocks noGrp="1" noChangeAspect="1"/>
          </p:cNvPicPr>
          <p:nvPr>
            <p:ph idx="1"/>
          </p:nvPr>
        </p:nvPicPr>
        <p:blipFill>
          <a:blip r:embed="rId3"/>
          <a:stretch>
            <a:fillRect/>
          </a:stretch>
        </p:blipFill>
        <p:spPr>
          <a:xfrm>
            <a:off x="8350543" y="122885"/>
            <a:ext cx="3167359" cy="3429413"/>
          </a:xfrm>
        </p:spPr>
      </p:pic>
    </p:spTree>
    <p:extLst>
      <p:ext uri="{BB962C8B-B14F-4D97-AF65-F5344CB8AC3E}">
        <p14:creationId xmlns:p14="http://schemas.microsoft.com/office/powerpoint/2010/main" val="3548266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1A3C-6156-0996-A496-7E5E0050045D}"/>
              </a:ext>
            </a:extLst>
          </p:cNvPr>
          <p:cNvSpPr>
            <a:spLocks noGrp="1"/>
          </p:cNvSpPr>
          <p:nvPr>
            <p:ph type="title"/>
          </p:nvPr>
        </p:nvSpPr>
        <p:spPr/>
        <p:txBody>
          <a:bodyPr/>
          <a:lstStyle/>
          <a:p>
            <a:r>
              <a:rPr lang="en-US" dirty="0">
                <a:cs typeface="Calibri Light"/>
              </a:rPr>
              <a:t>Radiation Units</a:t>
            </a:r>
            <a:endParaRPr lang="en-US" dirty="0"/>
          </a:p>
        </p:txBody>
      </p:sp>
      <p:pic>
        <p:nvPicPr>
          <p:cNvPr id="4" name="Content Placeholder 3" descr="A screenshot of a computer screen&#10;&#10;Description automatically generated">
            <a:extLst>
              <a:ext uri="{FF2B5EF4-FFF2-40B4-BE49-F238E27FC236}">
                <a16:creationId xmlns:a16="http://schemas.microsoft.com/office/drawing/2014/main" id="{A7BF4474-DBC4-3ACD-369E-1C507E7EEAF9}"/>
              </a:ext>
            </a:extLst>
          </p:cNvPr>
          <p:cNvPicPr>
            <a:picLocks noGrp="1" noChangeAspect="1"/>
          </p:cNvPicPr>
          <p:nvPr>
            <p:ph idx="1"/>
          </p:nvPr>
        </p:nvPicPr>
        <p:blipFill>
          <a:blip r:embed="rId2"/>
          <a:stretch>
            <a:fillRect/>
          </a:stretch>
        </p:blipFill>
        <p:spPr>
          <a:xfrm>
            <a:off x="6206019" y="3520583"/>
            <a:ext cx="5953125" cy="3295650"/>
          </a:xfrm>
        </p:spPr>
      </p:pic>
      <p:pic>
        <p:nvPicPr>
          <p:cNvPr id="7" name="Picture 6" descr="A map of the world&#10;&#10;Description automatically generated">
            <a:extLst>
              <a:ext uri="{FF2B5EF4-FFF2-40B4-BE49-F238E27FC236}">
                <a16:creationId xmlns:a16="http://schemas.microsoft.com/office/drawing/2014/main" id="{81EABA39-6F8C-A772-6B8F-BE272ECF275E}"/>
              </a:ext>
            </a:extLst>
          </p:cNvPr>
          <p:cNvPicPr>
            <a:picLocks noChangeAspect="1"/>
          </p:cNvPicPr>
          <p:nvPr/>
        </p:nvPicPr>
        <p:blipFill>
          <a:blip r:embed="rId3"/>
          <a:stretch>
            <a:fillRect/>
          </a:stretch>
        </p:blipFill>
        <p:spPr>
          <a:xfrm>
            <a:off x="6209818" y="304249"/>
            <a:ext cx="5964819" cy="3365476"/>
          </a:xfrm>
          <a:prstGeom prst="rect">
            <a:avLst/>
          </a:prstGeom>
        </p:spPr>
      </p:pic>
      <p:sp>
        <p:nvSpPr>
          <p:cNvPr id="8" name="TextBox 7">
            <a:extLst>
              <a:ext uri="{FF2B5EF4-FFF2-40B4-BE49-F238E27FC236}">
                <a16:creationId xmlns:a16="http://schemas.microsoft.com/office/drawing/2014/main" id="{AAE101CB-21CF-0374-342A-5FA030A53A83}"/>
              </a:ext>
            </a:extLst>
          </p:cNvPr>
          <p:cNvSpPr txBox="1"/>
          <p:nvPr/>
        </p:nvSpPr>
        <p:spPr>
          <a:xfrm>
            <a:off x="234946" y="1740369"/>
            <a:ext cx="5710296"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Calibri"/>
                <a:cs typeface="Calibri"/>
              </a:rPr>
              <a:t>We would like to verify that, in a well-known region, our radiation dose rate matches a reference. Above the atmosphere before any radiation transport is simulated, we calculate the dose rate and compare to the Teledyne dosimeters onboard the REACH </a:t>
            </a:r>
            <a:r>
              <a:rPr lang="en-US" sz="1400" err="1">
                <a:ea typeface="Calibri"/>
                <a:cs typeface="Calibri"/>
              </a:rPr>
              <a:t>constallation</a:t>
            </a:r>
            <a:r>
              <a:rPr lang="en-US" sz="1400" dirty="0">
                <a:ea typeface="Calibri"/>
                <a:cs typeface="Calibri"/>
              </a:rPr>
              <a:t>, orbiting at 700 – 800 km.</a:t>
            </a:r>
          </a:p>
          <a:p>
            <a:endParaRPr lang="en-US" sz="1400" dirty="0">
              <a:cs typeface="Calibri"/>
            </a:endParaRPr>
          </a:p>
          <a:p>
            <a:pPr marL="285750" indent="-285750">
              <a:buFont typeface="Arial"/>
              <a:buChar char="•"/>
            </a:pPr>
            <a:r>
              <a:rPr lang="en-US" sz="1400" dirty="0">
                <a:cs typeface="Calibri"/>
              </a:rPr>
              <a:t>Range of reasonable dose rates taken from REACH X – W data as presented in </a:t>
            </a:r>
            <a:r>
              <a:rPr lang="en-US" sz="1400" i="1" err="1">
                <a:cs typeface="Calibri"/>
              </a:rPr>
              <a:t>McMurchie</a:t>
            </a:r>
            <a:r>
              <a:rPr lang="en-US" sz="1400" dirty="0">
                <a:cs typeface="Calibri"/>
              </a:rPr>
              <a:t>, 2022</a:t>
            </a:r>
            <a:endParaRPr lang="en-US" sz="1400" dirty="0">
              <a:ea typeface="Calibri"/>
              <a:cs typeface="Calibri"/>
            </a:endParaRPr>
          </a:p>
          <a:p>
            <a:pPr marL="742950" lvl="1" indent="-285750">
              <a:buFont typeface="Arial"/>
              <a:buChar char="•"/>
            </a:pPr>
            <a:r>
              <a:rPr lang="en-US" sz="1400" dirty="0">
                <a:cs typeface="Calibri"/>
              </a:rPr>
              <a:t>Max: 10</a:t>
            </a:r>
            <a:r>
              <a:rPr lang="en-US" sz="1400" baseline="30000" dirty="0">
                <a:cs typeface="Calibri"/>
              </a:rPr>
              <a:t>-2.5</a:t>
            </a:r>
            <a:r>
              <a:rPr lang="en-US" sz="1400" dirty="0">
                <a:cs typeface="Calibri"/>
              </a:rPr>
              <a:t> rad/sec, during storm time</a:t>
            </a:r>
            <a:endParaRPr lang="en-US" sz="1400" dirty="0">
              <a:ea typeface="Calibri"/>
              <a:cs typeface="Calibri"/>
            </a:endParaRPr>
          </a:p>
          <a:p>
            <a:pPr marL="742950" lvl="1" indent="-285750">
              <a:buFont typeface="Arial"/>
              <a:buChar char="•"/>
            </a:pPr>
            <a:r>
              <a:rPr lang="en-US" sz="1400" dirty="0">
                <a:cs typeface="Calibri"/>
              </a:rPr>
              <a:t>Min: 10</a:t>
            </a:r>
            <a:r>
              <a:rPr lang="en-US" sz="1400" baseline="30000" dirty="0">
                <a:cs typeface="Calibri"/>
              </a:rPr>
              <a:t>-5</a:t>
            </a:r>
            <a:r>
              <a:rPr lang="en-US" sz="1400" dirty="0">
                <a:cs typeface="Calibri"/>
              </a:rPr>
              <a:t> rad/sec, during moderate storm time</a:t>
            </a:r>
            <a:br>
              <a:rPr lang="en-US" sz="1400" dirty="0">
                <a:cs typeface="Calibri"/>
              </a:rPr>
            </a:br>
            <a:endParaRPr lang="en-US" sz="1400" dirty="0">
              <a:ea typeface="Calibri"/>
              <a:cs typeface="Calibri"/>
            </a:endParaRPr>
          </a:p>
          <a:p>
            <a:pPr marL="285750" indent="-285750">
              <a:buFont typeface="Arial"/>
              <a:buChar char="•"/>
            </a:pPr>
            <a:r>
              <a:rPr lang="en-US" sz="1400" dirty="0">
                <a:cs typeface="Calibri"/>
              </a:rPr>
              <a:t>Converting from rad to Sievert (</a:t>
            </a:r>
            <a:r>
              <a:rPr lang="en-US" sz="1400" err="1">
                <a:cs typeface="Calibri"/>
              </a:rPr>
              <a:t>Sv</a:t>
            </a:r>
            <a:r>
              <a:rPr lang="en-US" sz="1400" dirty="0">
                <a:cs typeface="Calibri"/>
              </a:rPr>
              <a:t>)</a:t>
            </a:r>
            <a:endParaRPr lang="en-US" sz="1400" dirty="0">
              <a:ea typeface="Calibri"/>
              <a:cs typeface="Calibri"/>
            </a:endParaRPr>
          </a:p>
          <a:p>
            <a:pPr marL="742950" lvl="1" indent="-285750">
              <a:buFont typeface="Arial"/>
              <a:buChar char="•"/>
            </a:pPr>
            <a:r>
              <a:rPr lang="en-US" sz="1400" dirty="0">
                <a:cs typeface="Calibri"/>
              </a:rPr>
              <a:t>100 rad = 1 Gray (Gy) = 1 J/kg absorbed energy </a:t>
            </a:r>
            <a:br>
              <a:rPr lang="en-US" sz="1400" dirty="0">
                <a:cs typeface="Calibri"/>
              </a:rPr>
            </a:br>
            <a:r>
              <a:rPr lang="en-US" sz="1400" dirty="0">
                <a:cs typeface="Calibri"/>
              </a:rPr>
              <a:t>(no assumption)</a:t>
            </a:r>
            <a:endParaRPr lang="en-US" sz="1400" dirty="0">
              <a:ea typeface="Calibri"/>
              <a:cs typeface="Calibri"/>
            </a:endParaRPr>
          </a:p>
          <a:p>
            <a:pPr marL="742950" lvl="1" indent="-285750">
              <a:buFont typeface="Arial"/>
              <a:buChar char="•"/>
            </a:pPr>
            <a:r>
              <a:rPr lang="en-US" sz="1400" dirty="0">
                <a:cs typeface="Calibri"/>
              </a:rPr>
              <a:t>1 Gy = 1 </a:t>
            </a:r>
            <a:r>
              <a:rPr lang="en-US" sz="1400" err="1">
                <a:cs typeface="Calibri"/>
              </a:rPr>
              <a:t>Sv</a:t>
            </a:r>
            <a:r>
              <a:rPr lang="en-US" sz="1400" dirty="0">
                <a:cs typeface="Calibri"/>
              </a:rPr>
              <a:t> (*assumption)</a:t>
            </a:r>
            <a:endParaRPr lang="en-US" sz="1400" dirty="0">
              <a:ea typeface="Calibri"/>
              <a:cs typeface="Calibri"/>
            </a:endParaRPr>
          </a:p>
          <a:p>
            <a:pPr marL="285750" indent="-285750">
              <a:buFont typeface="Arial"/>
              <a:buChar char="•"/>
            </a:pPr>
            <a:r>
              <a:rPr lang="en-US" sz="1400" dirty="0">
                <a:cs typeface="Calibri"/>
              </a:rPr>
              <a:t>*Assumption: US NRC </a:t>
            </a:r>
            <a:r>
              <a:rPr lang="en-US" sz="1400" dirty="0">
                <a:ea typeface="+mn-lt"/>
                <a:cs typeface="+mn-lt"/>
              </a:rPr>
              <a:t>§ 20.1004</a:t>
            </a:r>
            <a:endParaRPr lang="en-US" sz="1400" dirty="0">
              <a:ea typeface="Calibri"/>
              <a:cs typeface="Calibri"/>
            </a:endParaRPr>
          </a:p>
        </p:txBody>
      </p:sp>
      <p:pic>
        <p:nvPicPr>
          <p:cNvPr id="9" name="Picture 8" descr="A screenshot of a questionnaire&#10;&#10;Description automatically generated">
            <a:extLst>
              <a:ext uri="{FF2B5EF4-FFF2-40B4-BE49-F238E27FC236}">
                <a16:creationId xmlns:a16="http://schemas.microsoft.com/office/drawing/2014/main" id="{8846510F-1991-5932-9320-56B0ABAF7169}"/>
              </a:ext>
            </a:extLst>
          </p:cNvPr>
          <p:cNvPicPr>
            <a:picLocks noChangeAspect="1"/>
          </p:cNvPicPr>
          <p:nvPr/>
        </p:nvPicPr>
        <p:blipFill>
          <a:blip r:embed="rId4"/>
          <a:stretch>
            <a:fillRect/>
          </a:stretch>
        </p:blipFill>
        <p:spPr>
          <a:xfrm>
            <a:off x="-3219" y="5176301"/>
            <a:ext cx="6216418" cy="1450419"/>
          </a:xfrm>
          <a:prstGeom prst="rect">
            <a:avLst/>
          </a:prstGeom>
        </p:spPr>
      </p:pic>
      <p:sp>
        <p:nvSpPr>
          <p:cNvPr id="10" name="Rectangle 9">
            <a:extLst>
              <a:ext uri="{FF2B5EF4-FFF2-40B4-BE49-F238E27FC236}">
                <a16:creationId xmlns:a16="http://schemas.microsoft.com/office/drawing/2014/main" id="{7561BD86-F48A-43C6-CD8B-CF8315659EF6}"/>
              </a:ext>
            </a:extLst>
          </p:cNvPr>
          <p:cNvSpPr/>
          <p:nvPr/>
        </p:nvSpPr>
        <p:spPr>
          <a:xfrm>
            <a:off x="113538" y="5783041"/>
            <a:ext cx="6032083" cy="241139"/>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1351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368E-8FBD-FC00-5655-D2085D759036}"/>
              </a:ext>
            </a:extLst>
          </p:cNvPr>
          <p:cNvSpPr>
            <a:spLocks noGrp="1"/>
          </p:cNvSpPr>
          <p:nvPr>
            <p:ph type="title"/>
          </p:nvPr>
        </p:nvSpPr>
        <p:spPr/>
        <p:txBody>
          <a:bodyPr/>
          <a:lstStyle/>
          <a:p>
            <a:r>
              <a:rPr lang="en-US" dirty="0">
                <a:cs typeface="Calibri Light"/>
              </a:rPr>
              <a:t>On the Verification of Radiation Units</a:t>
            </a:r>
            <a:endParaRPr lang="en-US" dirty="0"/>
          </a:p>
        </p:txBody>
      </p:sp>
      <p:pic>
        <p:nvPicPr>
          <p:cNvPr id="4" name="Content Placeholder 3" descr="A screen shot of a graph&#10;&#10;Description automatically generated">
            <a:extLst>
              <a:ext uri="{FF2B5EF4-FFF2-40B4-BE49-F238E27FC236}">
                <a16:creationId xmlns:a16="http://schemas.microsoft.com/office/drawing/2014/main" id="{877B5210-C619-AFE9-8CDB-588917B9264C}"/>
              </a:ext>
            </a:extLst>
          </p:cNvPr>
          <p:cNvPicPr>
            <a:picLocks noGrp="1" noChangeAspect="1"/>
          </p:cNvPicPr>
          <p:nvPr>
            <p:ph idx="1"/>
          </p:nvPr>
        </p:nvPicPr>
        <p:blipFill>
          <a:blip r:embed="rId2"/>
          <a:stretch>
            <a:fillRect/>
          </a:stretch>
        </p:blipFill>
        <p:spPr>
          <a:xfrm>
            <a:off x="7098647" y="1562218"/>
            <a:ext cx="4749223" cy="4351338"/>
          </a:xfrm>
        </p:spPr>
      </p:pic>
      <p:sp>
        <p:nvSpPr>
          <p:cNvPr id="9" name="TextBox 8">
            <a:extLst>
              <a:ext uri="{FF2B5EF4-FFF2-40B4-BE49-F238E27FC236}">
                <a16:creationId xmlns:a16="http://schemas.microsoft.com/office/drawing/2014/main" id="{D17B5E0E-C7F8-4CEE-BC14-F09C2DA227AE}"/>
              </a:ext>
            </a:extLst>
          </p:cNvPr>
          <p:cNvSpPr txBox="1"/>
          <p:nvPr/>
        </p:nvSpPr>
        <p:spPr>
          <a:xfrm>
            <a:off x="667925" y="1825037"/>
            <a:ext cx="600192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Continuing from the last slide, </a:t>
            </a:r>
            <a:br>
              <a:rPr lang="en-US" dirty="0">
                <a:cs typeface="Calibri"/>
              </a:rPr>
            </a:br>
            <a:endParaRPr lang="en-US" dirty="0">
              <a:cs typeface="Calibri"/>
            </a:endParaRPr>
          </a:p>
          <a:p>
            <a:r>
              <a:rPr lang="en-US" dirty="0">
                <a:cs typeface="Calibri"/>
              </a:rPr>
              <a:t>= [10</a:t>
            </a:r>
            <a:r>
              <a:rPr lang="en-US" baseline="30000" dirty="0">
                <a:cs typeface="Calibri"/>
              </a:rPr>
              <a:t>-5</a:t>
            </a:r>
            <a:r>
              <a:rPr lang="en-US" dirty="0">
                <a:cs typeface="Calibri"/>
              </a:rPr>
              <a:t>, 10</a:t>
            </a:r>
            <a:r>
              <a:rPr lang="en-US" baseline="30000" dirty="0">
                <a:cs typeface="Calibri"/>
              </a:rPr>
              <a:t>-2.5</a:t>
            </a:r>
            <a:r>
              <a:rPr lang="en-US" dirty="0">
                <a:cs typeface="Calibri"/>
              </a:rPr>
              <a:t>] rad / sec </a:t>
            </a:r>
          </a:p>
          <a:p>
            <a:r>
              <a:rPr lang="en-US" dirty="0">
                <a:cs typeface="Calibri"/>
              </a:rPr>
              <a:t>= [10</a:t>
            </a:r>
            <a:r>
              <a:rPr lang="en-US" baseline="30000" dirty="0">
                <a:cs typeface="Calibri"/>
              </a:rPr>
              <a:t>-7</a:t>
            </a:r>
            <a:r>
              <a:rPr lang="en-US" dirty="0">
                <a:cs typeface="Calibri"/>
              </a:rPr>
              <a:t>, 10</a:t>
            </a:r>
            <a:r>
              <a:rPr lang="en-US" baseline="30000" dirty="0">
                <a:cs typeface="Calibri"/>
              </a:rPr>
              <a:t>-4.5</a:t>
            </a:r>
            <a:r>
              <a:rPr lang="en-US" dirty="0">
                <a:cs typeface="Calibri"/>
              </a:rPr>
              <a:t>] Gy / sec</a:t>
            </a:r>
            <a:endParaRPr lang="en-US" dirty="0"/>
          </a:p>
          <a:p>
            <a:r>
              <a:rPr lang="en-US" dirty="0">
                <a:cs typeface="Calibri"/>
              </a:rPr>
              <a:t>= [10</a:t>
            </a:r>
            <a:r>
              <a:rPr lang="en-US" baseline="30000" dirty="0">
                <a:cs typeface="Calibri"/>
              </a:rPr>
              <a:t>-7</a:t>
            </a:r>
            <a:r>
              <a:rPr lang="en-US" dirty="0">
                <a:cs typeface="Calibri"/>
              </a:rPr>
              <a:t>, 10</a:t>
            </a:r>
            <a:r>
              <a:rPr lang="en-US" baseline="30000" dirty="0">
                <a:cs typeface="Calibri"/>
              </a:rPr>
              <a:t>-4.5</a:t>
            </a:r>
            <a:r>
              <a:rPr lang="en-US" dirty="0">
                <a:cs typeface="Calibri"/>
              </a:rPr>
              <a:t>] </a:t>
            </a:r>
            <a:r>
              <a:rPr lang="en-US" dirty="0" err="1">
                <a:cs typeface="Calibri"/>
              </a:rPr>
              <a:t>Sv</a:t>
            </a:r>
            <a:r>
              <a:rPr lang="en-US" dirty="0">
                <a:cs typeface="Calibri"/>
              </a:rPr>
              <a:t> / sec * 10</a:t>
            </a:r>
            <a:r>
              <a:rPr lang="en-US" baseline="30000" dirty="0">
                <a:cs typeface="Calibri"/>
              </a:rPr>
              <a:t>6 </a:t>
            </a:r>
            <a:r>
              <a:rPr lang="en-US" dirty="0" err="1">
                <a:cs typeface="Calibri"/>
              </a:rPr>
              <a:t>uSv</a:t>
            </a:r>
            <a:r>
              <a:rPr lang="en-US" dirty="0">
                <a:cs typeface="Calibri"/>
              </a:rPr>
              <a:t> / </a:t>
            </a:r>
            <a:r>
              <a:rPr lang="en-US" dirty="0" err="1">
                <a:cs typeface="Calibri"/>
              </a:rPr>
              <a:t>Sv</a:t>
            </a:r>
            <a:r>
              <a:rPr lang="en-US" baseline="30000" dirty="0">
                <a:cs typeface="Calibri"/>
              </a:rPr>
              <a:t> </a:t>
            </a:r>
            <a:r>
              <a:rPr lang="en-US" dirty="0">
                <a:cs typeface="Calibri"/>
              </a:rPr>
              <a:t>* 3600 sec / </a:t>
            </a:r>
            <a:r>
              <a:rPr lang="en-US" dirty="0" err="1">
                <a:cs typeface="Calibri"/>
              </a:rPr>
              <a:t>hr</a:t>
            </a:r>
            <a:endParaRPr lang="en-US" dirty="0">
              <a:cs typeface="Calibri"/>
            </a:endParaRPr>
          </a:p>
          <a:p>
            <a:r>
              <a:rPr lang="en-US" dirty="0">
                <a:cs typeface="Calibri"/>
              </a:rPr>
              <a:t>= [3.6 x 10</a:t>
            </a:r>
            <a:r>
              <a:rPr lang="en-US" baseline="30000" dirty="0">
                <a:cs typeface="Calibri"/>
              </a:rPr>
              <a:t>2</a:t>
            </a:r>
            <a:r>
              <a:rPr lang="en-US" dirty="0">
                <a:cs typeface="Calibri"/>
              </a:rPr>
              <a:t>, 1.1 x 10</a:t>
            </a:r>
            <a:r>
              <a:rPr lang="en-US" baseline="30000" dirty="0">
                <a:cs typeface="Calibri"/>
              </a:rPr>
              <a:t>5</a:t>
            </a:r>
            <a:r>
              <a:rPr lang="en-US" dirty="0">
                <a:cs typeface="Calibri"/>
              </a:rPr>
              <a:t>] </a:t>
            </a:r>
            <a:r>
              <a:rPr lang="en-US" err="1">
                <a:cs typeface="Calibri"/>
              </a:rPr>
              <a:t>uSv</a:t>
            </a:r>
            <a:r>
              <a:rPr lang="en-US" dirty="0">
                <a:cs typeface="Calibri"/>
              </a:rPr>
              <a:t>/</a:t>
            </a:r>
            <a:r>
              <a:rPr lang="en-US" err="1">
                <a:cs typeface="Calibri"/>
              </a:rPr>
              <a:t>hr</a:t>
            </a:r>
            <a:r>
              <a:rPr lang="en-US" dirty="0">
                <a:cs typeface="Calibri"/>
              </a:rPr>
              <a:t> (</a:t>
            </a:r>
            <a:r>
              <a:rPr lang="en-US" dirty="0">
                <a:solidFill>
                  <a:srgbClr val="7030A0"/>
                </a:solidFill>
                <a:cs typeface="Calibri"/>
              </a:rPr>
              <a:t>plotted right</a:t>
            </a:r>
            <a:r>
              <a:rPr lang="en-US" dirty="0">
                <a:cs typeface="Calibri"/>
              </a:rPr>
              <a:t>)</a:t>
            </a:r>
          </a:p>
          <a:p>
            <a:endParaRPr lang="en-US" dirty="0">
              <a:cs typeface="Calibri"/>
            </a:endParaRPr>
          </a:p>
          <a:p>
            <a:r>
              <a:rPr lang="en-US" dirty="0">
                <a:cs typeface="Calibri"/>
              </a:rPr>
              <a:t>Caveats: </a:t>
            </a:r>
          </a:p>
          <a:p>
            <a:pPr marL="285750" indent="-285750">
              <a:buFont typeface="Arial"/>
              <a:buChar char="•"/>
            </a:pPr>
            <a:r>
              <a:rPr lang="en-US" dirty="0">
                <a:cs typeface="Calibri"/>
              </a:rPr>
              <a:t>The REACH X-W dosimeter is only sensitive to &gt;780 keV electrons, but proton dose </a:t>
            </a:r>
            <a:r>
              <a:rPr lang="en-US" b="1" dirty="0">
                <a:cs typeface="Calibri"/>
              </a:rPr>
              <a:t>is excluded</a:t>
            </a:r>
          </a:p>
          <a:p>
            <a:pPr marL="285750" indent="-285750">
              <a:buFont typeface="Arial"/>
              <a:buChar char="•"/>
            </a:pPr>
            <a:r>
              <a:rPr lang="en-US" dirty="0">
                <a:cs typeface="Calibri"/>
              </a:rPr>
              <a:t>REACH dosimeter is absorbing trapped + loss cone electrons</a:t>
            </a:r>
          </a:p>
        </p:txBody>
      </p:sp>
      <p:sp>
        <p:nvSpPr>
          <p:cNvPr id="10" name="Rectangle 9">
            <a:extLst>
              <a:ext uri="{FF2B5EF4-FFF2-40B4-BE49-F238E27FC236}">
                <a16:creationId xmlns:a16="http://schemas.microsoft.com/office/drawing/2014/main" id="{C277331F-F8AC-68DC-342C-6F854F3006ED}"/>
              </a:ext>
            </a:extLst>
          </p:cNvPr>
          <p:cNvSpPr/>
          <p:nvPr/>
        </p:nvSpPr>
        <p:spPr>
          <a:xfrm>
            <a:off x="11044296" y="3330222"/>
            <a:ext cx="827851" cy="25964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48BE4E6-6612-5139-CE20-3A2A8654A918}"/>
              </a:ext>
            </a:extLst>
          </p:cNvPr>
          <p:cNvSpPr txBox="1"/>
          <p:nvPr/>
        </p:nvSpPr>
        <p:spPr>
          <a:xfrm>
            <a:off x="10131777" y="6039555"/>
            <a:ext cx="18250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Best comparison</a:t>
            </a:r>
            <a:endParaRPr lang="en-US" dirty="0"/>
          </a:p>
        </p:txBody>
      </p:sp>
    </p:spTree>
    <p:extLst>
      <p:ext uri="{BB962C8B-B14F-4D97-AF65-F5344CB8AC3E}">
        <p14:creationId xmlns:p14="http://schemas.microsoft.com/office/powerpoint/2010/main" val="36507431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Airline Radiation Project -- Contents</vt:lpstr>
      <vt:lpstr>Where is the atmosphere the thinnest?</vt:lpstr>
      <vt:lpstr>Direct Energy Sampling</vt:lpstr>
      <vt:lpstr>Energy Biasing Method</vt:lpstr>
      <vt:lpstr>Bias Simulation Results</vt:lpstr>
      <vt:lpstr>Radiation Units</vt:lpstr>
      <vt:lpstr>On the Verification of Radiation Units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349</cp:revision>
  <dcterms:created xsi:type="dcterms:W3CDTF">2023-10-10T17:54:57Z</dcterms:created>
  <dcterms:modified xsi:type="dcterms:W3CDTF">2023-10-13T04:30:16Z</dcterms:modified>
</cp:coreProperties>
</file>